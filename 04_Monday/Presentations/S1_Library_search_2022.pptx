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59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2307C98-2C02-4A20-B261-0C67BCCB5028}" type="datetimeFigureOut">
              <a:rPr lang="en-GB"/>
              <a:pPr>
                <a:defRPr/>
              </a:pPr>
              <a:t>14/01/2022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011"/>
            <a:ext cx="3038604" cy="4648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59" y="8830011"/>
            <a:ext cx="3038604" cy="46489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BB2D8D7-2E1B-4E64-BA0D-0A08E806179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96392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59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8B243DA-0CCB-428B-B2FD-B8C07B903141}" type="datetimeFigureOut">
              <a:rPr lang="en-GB"/>
              <a:pPr>
                <a:defRPr/>
              </a:pPr>
              <a:t>14/01/2022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51375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3" y="4415753"/>
            <a:ext cx="5608975" cy="418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0011"/>
            <a:ext cx="3038604" cy="4648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59" y="8830011"/>
            <a:ext cx="3038604" cy="46489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248DC9F-F91A-4D70-8A8E-CCE91B30925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724591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1A1B2-0F28-4A32-8526-D9A13B520C71}" type="datetime1">
              <a:rPr lang="en-GB" smtClean="0"/>
              <a:t>14/01/2022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4D54B-1D97-44FB-8108-55BD9455F0B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5921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3E5A6-8293-457D-91BC-F0D06CD24430}" type="datetime1">
              <a:rPr lang="en-GB" smtClean="0"/>
              <a:t>14/01/2022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B99DB-FFDE-4C94-84F9-BB176E666D7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9022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128C3-0A5A-4656-ADE3-D28F6D3FEAAF}" type="datetime1">
              <a:rPr lang="en-GB" smtClean="0"/>
              <a:t>14/01/2022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E3C68-2F86-4C5E-A533-3027C34166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094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FD7E9-6CC8-4931-B307-49D10071D2B0}" type="datetime1">
              <a:rPr lang="en-GB" smtClean="0"/>
              <a:t>14/01/2022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C8033-8FCC-4A55-9956-E757C5D0370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56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53A00-EA4C-4688-B16F-4C8718436A18}" type="datetime1">
              <a:rPr lang="en-GB" smtClean="0"/>
              <a:t>14/01/2022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B206D-380F-484F-B62F-E6690B8772E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085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D900E-3260-4E15-8927-4C55EE77FA11}" type="datetime1">
              <a:rPr lang="en-GB" smtClean="0"/>
              <a:t>14/01/2022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798AF-0A30-43B2-AB2F-D935866C920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581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08F72-3D4D-45A4-8635-4EACC2E18DE3}" type="datetime1">
              <a:rPr lang="en-GB" smtClean="0"/>
              <a:t>14/01/2022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4EBBD-F835-4812-8F89-F2A1BCF4F82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151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1FA56-92EE-4FC4-B846-B69A8009542D}" type="datetime1">
              <a:rPr lang="en-GB" smtClean="0"/>
              <a:t>14/01/2022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BB150-5CCF-4680-B4E1-B5EC8E2ABE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3524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9143A-07D8-4DDC-93F8-83DA82CAF7E2}" type="datetime1">
              <a:rPr lang="en-GB" smtClean="0"/>
              <a:t>14/01/2022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08569-DAFC-4398-8338-52E92F21438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46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A0BFB-4413-4A32-9CE8-045A230438A3}" type="datetime1">
              <a:rPr lang="en-GB" smtClean="0"/>
              <a:t>14/01/2022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8252-3193-4A12-9CD9-4B2ACD2D11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789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5B151-66D1-4F7C-BABC-EB1D97E79220}" type="datetime1">
              <a:rPr lang="en-GB" smtClean="0"/>
              <a:t>14/01/2022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513B1-8050-4E58-ACFA-45CC3B066BB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638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D4E04A0-2D20-4E20-971A-E10A9C2ADB5A}" type="datetime1">
              <a:rPr lang="en-GB" smtClean="0"/>
              <a:t>14/01/2022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2857875-C26B-4CED-AB72-1B392FFD87B5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68" r:id="rId1"/>
    <p:sldLayoutId id="2147485169" r:id="rId2"/>
    <p:sldLayoutId id="2147485170" r:id="rId3"/>
    <p:sldLayoutId id="2147485171" r:id="rId4"/>
    <p:sldLayoutId id="2147485172" r:id="rId5"/>
    <p:sldLayoutId id="2147485173" r:id="rId6"/>
    <p:sldLayoutId id="2147485174" r:id="rId7"/>
    <p:sldLayoutId id="2147485175" r:id="rId8"/>
    <p:sldLayoutId id="2147485176" r:id="rId9"/>
    <p:sldLayoutId id="2147485177" r:id="rId10"/>
    <p:sldLayoutId id="214748517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Literature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Finding published material that is relevant to your research</a:t>
            </a:r>
          </a:p>
        </p:txBody>
      </p:sp>
    </p:spTree>
    <p:extLst>
      <p:ext uri="{BB962C8B-B14F-4D97-AF65-F5344CB8AC3E}">
        <p14:creationId xmlns:p14="http://schemas.microsoft.com/office/powerpoint/2010/main" val="310080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652913"/>
          </a:xfrm>
        </p:spPr>
        <p:txBody>
          <a:bodyPr>
            <a:normAutofit/>
          </a:bodyPr>
          <a:lstStyle/>
          <a:p>
            <a:r>
              <a:rPr lang="en-GB" sz="2700" b="1"/>
              <a:t>Academic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84008"/>
            <a:ext cx="7886700" cy="3705965"/>
          </a:xfrm>
        </p:spPr>
        <p:txBody>
          <a:bodyPr>
            <a:noAutofit/>
          </a:bodyPr>
          <a:lstStyle/>
          <a:p>
            <a:r>
              <a:rPr lang="en-GB" sz="2400" dirty="0"/>
              <a:t>You need to relate your research to relevant academic theory</a:t>
            </a:r>
          </a:p>
          <a:p>
            <a:r>
              <a:rPr lang="en-GB" sz="2400" dirty="0"/>
              <a:t>You usually need to go beyond the theories and literature you have used in the taught modules - look for materials that are specific to your research</a:t>
            </a:r>
          </a:p>
          <a:p>
            <a:r>
              <a:rPr lang="en-GB" sz="2400" dirty="0"/>
              <a:t>Search databases in the library for relevant publications</a:t>
            </a:r>
          </a:p>
          <a:p>
            <a:r>
              <a:rPr lang="en-GB" sz="2400" dirty="0"/>
              <a:t>You can also search Google Scholar</a:t>
            </a:r>
          </a:p>
          <a:p>
            <a:r>
              <a:rPr lang="en-GB" sz="2400" dirty="0"/>
              <a:t>The best literature is from peer-reviewed journals</a:t>
            </a:r>
          </a:p>
          <a:p>
            <a:r>
              <a:rPr lang="en-GB" sz="2400" dirty="0"/>
              <a:t>Text books by university academics are also reliable</a:t>
            </a:r>
          </a:p>
          <a:p>
            <a:r>
              <a:rPr lang="en-GB" sz="2400" dirty="0"/>
              <a:t>Reports from the big consultancies - </a:t>
            </a:r>
            <a:r>
              <a:rPr lang="en-GB" sz="2400" dirty="0" err="1"/>
              <a:t>eg</a:t>
            </a:r>
            <a:r>
              <a:rPr lang="en-GB" sz="2400" dirty="0"/>
              <a:t> McKinsey, PwC - can be useful</a:t>
            </a:r>
          </a:p>
          <a:p>
            <a:r>
              <a:rPr lang="en-GB" sz="2400" dirty="0"/>
              <a:t>Be wary of other material on the Web</a:t>
            </a:r>
          </a:p>
        </p:txBody>
      </p:sp>
    </p:spTree>
    <p:extLst>
      <p:ext uri="{BB962C8B-B14F-4D97-AF65-F5344CB8AC3E}">
        <p14:creationId xmlns:p14="http://schemas.microsoft.com/office/powerpoint/2010/main" val="3770141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700" b="1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Use the YSJU library databases to find </a:t>
            </a:r>
            <a:r>
              <a:rPr lang="en-GB" sz="2400" u="sng" dirty="0"/>
              <a:t>five</a:t>
            </a:r>
            <a:r>
              <a:rPr lang="en-GB" sz="2400" dirty="0"/>
              <a:t> papers relevant to your research topic that you can download and save</a:t>
            </a:r>
          </a:p>
          <a:p>
            <a:pPr marL="0" indent="0">
              <a:buNone/>
            </a:pPr>
            <a:r>
              <a:rPr lang="en-GB" sz="2400" dirty="0"/>
              <a:t>Note what worked for you in carrying out this search.</a:t>
            </a:r>
          </a:p>
          <a:p>
            <a:pPr marL="0" indent="0">
              <a:buNone/>
            </a:pPr>
            <a:r>
              <a:rPr lang="en-GB" sz="2400" dirty="0"/>
              <a:t>Note any difficulties you experienced.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907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139</Words>
  <Application>Microsoft Office PowerPoint</Application>
  <PresentationFormat>On-screen Show (4:3)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Literature search</vt:lpstr>
      <vt:lpstr>Academic theory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Nadine Waehning</dc:creator>
  <cp:lastModifiedBy>George Boak</cp:lastModifiedBy>
  <cp:revision>11</cp:revision>
  <cp:lastPrinted>2020-06-17T09:16:30Z</cp:lastPrinted>
  <dcterms:created xsi:type="dcterms:W3CDTF">2020-05-11T05:51:43Z</dcterms:created>
  <dcterms:modified xsi:type="dcterms:W3CDTF">2022-01-14T16:43:00Z</dcterms:modified>
</cp:coreProperties>
</file>