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7"/>
  </p:notesMasterIdLst>
  <p:handoutMasterIdLst>
    <p:handoutMasterId r:id="rId8"/>
  </p:handoutMasterIdLst>
  <p:sldIdLst>
    <p:sldId id="256" r:id="rId3"/>
    <p:sldId id="361" r:id="rId4"/>
    <p:sldId id="362" r:id="rId5"/>
    <p:sldId id="360" r:id="rId6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17/03/2022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63C051-0E79-4E4E-8469-4694D55C3CEF}" type="slidenum">
              <a:rPr lang="en-GB" altLang="en-US" smtClean="0"/>
              <a:pPr>
                <a:defRPr/>
              </a:pPr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400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The Dissertation: </a:t>
            </a:r>
            <a:br>
              <a:rPr lang="en-US" altLang="en-US" b="1" dirty="0">
                <a:solidFill>
                  <a:srgbClr val="FF0000"/>
                </a:solidFill>
              </a:rPr>
            </a:br>
            <a:r>
              <a:rPr lang="en-US" altLang="en-US" b="1" dirty="0">
                <a:solidFill>
                  <a:srgbClr val="FF0000"/>
                </a:solidFill>
              </a:rPr>
              <a:t>Enrolling on the capstone  module</a:t>
            </a:r>
            <a:endParaRPr lang="en-GB" altLang="en-US" b="1" dirty="0">
              <a:solidFill>
                <a:srgbClr val="FF0000"/>
              </a:solidFill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17307E51-506F-4E73-BCBA-257035C93E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13"/>
    </mc:Choice>
    <mc:Fallback>
      <p:transition spd="slow" advTm="72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3"/>
          <p:cNvSpPr txBox="1">
            <a:spLocks noChangeArrowheads="1"/>
          </p:cNvSpPr>
          <p:nvPr/>
        </p:nvSpPr>
        <p:spPr bwMode="auto">
          <a:xfrm>
            <a:off x="457200" y="333375"/>
            <a:ext cx="82296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Sign up for the module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Complete the dissertation proposal questionnaire (on the RKC website) at least two weeks before the module starts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Began programme pre-October 2020: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You must have successfully completed three of the taught modules, and attempted all four of them before you can formally begin the capstone module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Began programme October 2020 or later: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You must have received your marks for all the taught modules before you can begin the capstone module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 dirty="0">
                <a:latin typeface="+mn-lt"/>
              </a:rPr>
              <a:t>	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56B282C-9C2C-46B4-A9CC-C1982D01741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76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302"/>
    </mc:Choice>
    <mc:Fallback>
      <p:transition spd="slow" advTm="66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533400"/>
            <a:ext cx="8077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Dates of the next module starts:</a:t>
            </a:r>
          </a:p>
          <a:p>
            <a:endParaRPr lang="en-GB" sz="2400" dirty="0">
              <a:latin typeface="+mn-lt"/>
            </a:endParaRP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20 June 2022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19 September 2022</a:t>
            </a:r>
          </a:p>
          <a:p>
            <a:endParaRPr lang="en-GB" sz="2400" dirty="0">
              <a:latin typeface="+mn-lt"/>
            </a:endParaRPr>
          </a:p>
          <a:p>
            <a:endParaRPr lang="en-GB" dirty="0"/>
          </a:p>
          <a:p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4A5D711-A05D-4A81-81B3-8591C84D3E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34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36"/>
    </mc:Choice>
    <mc:Fallback>
      <p:transition spd="slow" advTm="55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85800" y="457200"/>
            <a:ext cx="80772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0000FF"/>
                </a:solidFill>
                <a:latin typeface="+mn-lt"/>
              </a:rPr>
              <a:t>Timescales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Once you formally begin the module you have 30 weeks to complete the Dissertation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30 weeks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Within the first six weeks you must complete and submit the research Proposal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6 weeks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C347EE6-6392-499A-A1D7-798C8C76FAF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17"/>
    </mc:Choice>
    <mc:Fallback xmlns="">
      <p:transition spd="slow" advTm="432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4.3|13.6|4.5|14.7|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8|2.5|9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3033</TotalTime>
  <Words>135</Words>
  <Application>Microsoft Office PowerPoint</Application>
  <PresentationFormat>On-screen Show (4:3)</PresentationFormat>
  <Paragraphs>28</Paragraphs>
  <Slides>4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Office Theme</vt:lpstr>
      <vt:lpstr>1_Office Theme</vt:lpstr>
      <vt:lpstr>The Dissertation:  Enrolling on the capstone  module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151</cp:revision>
  <cp:lastPrinted>2015-04-12T10:54:10Z</cp:lastPrinted>
  <dcterms:created xsi:type="dcterms:W3CDTF">2005-09-18T18:21:05Z</dcterms:created>
  <dcterms:modified xsi:type="dcterms:W3CDTF">2022-03-17T11:34:30Z</dcterms:modified>
</cp:coreProperties>
</file>