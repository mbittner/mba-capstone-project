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5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9DAFF-6738-4003-9B42-F245520ABB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85670B3-ACC7-417E-98E8-FF9B2D3091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FC736CD-2002-4CF5-8EAE-02C6B0519385}"/>
              </a:ext>
            </a:extLst>
          </p:cNvPr>
          <p:cNvSpPr>
            <a:spLocks noGrp="1"/>
          </p:cNvSpPr>
          <p:nvPr>
            <p:ph type="dt" sz="half" idx="10"/>
          </p:nvPr>
        </p:nvSpPr>
        <p:spPr/>
        <p:txBody>
          <a:bodyPr/>
          <a:lstStyle/>
          <a:p>
            <a:fld id="{C4C97FE2-42ED-4D81-9BDA-2321004A7D42}" type="datetimeFigureOut">
              <a:rPr lang="en-GB" smtClean="0"/>
              <a:t>06/04/2022</a:t>
            </a:fld>
            <a:endParaRPr lang="en-GB"/>
          </a:p>
        </p:txBody>
      </p:sp>
      <p:sp>
        <p:nvSpPr>
          <p:cNvPr id="5" name="Footer Placeholder 4">
            <a:extLst>
              <a:ext uri="{FF2B5EF4-FFF2-40B4-BE49-F238E27FC236}">
                <a16:creationId xmlns:a16="http://schemas.microsoft.com/office/drawing/2014/main" id="{FEB95C04-1BAE-4551-8E00-936BEFE09E9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9640B1-A869-49A8-A47F-96AD8EBDFAAC}"/>
              </a:ext>
            </a:extLst>
          </p:cNvPr>
          <p:cNvSpPr>
            <a:spLocks noGrp="1"/>
          </p:cNvSpPr>
          <p:nvPr>
            <p:ph type="sldNum" sz="quarter" idx="12"/>
          </p:nvPr>
        </p:nvSpPr>
        <p:spPr/>
        <p:txBody>
          <a:bodyPr/>
          <a:lstStyle/>
          <a:p>
            <a:fld id="{6D330D3A-6AD2-4350-B0CB-3306F95FF287}" type="slidenum">
              <a:rPr lang="en-GB" smtClean="0"/>
              <a:t>‹#›</a:t>
            </a:fld>
            <a:endParaRPr lang="en-GB"/>
          </a:p>
        </p:txBody>
      </p:sp>
    </p:spTree>
    <p:extLst>
      <p:ext uri="{BB962C8B-B14F-4D97-AF65-F5344CB8AC3E}">
        <p14:creationId xmlns:p14="http://schemas.microsoft.com/office/powerpoint/2010/main" val="3917988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08412-2417-4793-846B-2DE3B694CD2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861EB0-404D-4B0E-8FF4-8559E3D6A5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2109DE9-C899-4AE2-9CFA-D15F68A473D1}"/>
              </a:ext>
            </a:extLst>
          </p:cNvPr>
          <p:cNvSpPr>
            <a:spLocks noGrp="1"/>
          </p:cNvSpPr>
          <p:nvPr>
            <p:ph type="dt" sz="half" idx="10"/>
          </p:nvPr>
        </p:nvSpPr>
        <p:spPr/>
        <p:txBody>
          <a:bodyPr/>
          <a:lstStyle/>
          <a:p>
            <a:fld id="{C4C97FE2-42ED-4D81-9BDA-2321004A7D42}" type="datetimeFigureOut">
              <a:rPr lang="en-GB" smtClean="0"/>
              <a:t>06/04/2022</a:t>
            </a:fld>
            <a:endParaRPr lang="en-GB"/>
          </a:p>
        </p:txBody>
      </p:sp>
      <p:sp>
        <p:nvSpPr>
          <p:cNvPr id="5" name="Footer Placeholder 4">
            <a:extLst>
              <a:ext uri="{FF2B5EF4-FFF2-40B4-BE49-F238E27FC236}">
                <a16:creationId xmlns:a16="http://schemas.microsoft.com/office/drawing/2014/main" id="{ED740E41-2A49-4F0A-A2D0-40E39985FD3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1CEEF8C-0FB4-4CCB-8157-49450C0168D9}"/>
              </a:ext>
            </a:extLst>
          </p:cNvPr>
          <p:cNvSpPr>
            <a:spLocks noGrp="1"/>
          </p:cNvSpPr>
          <p:nvPr>
            <p:ph type="sldNum" sz="quarter" idx="12"/>
          </p:nvPr>
        </p:nvSpPr>
        <p:spPr/>
        <p:txBody>
          <a:bodyPr/>
          <a:lstStyle/>
          <a:p>
            <a:fld id="{6D330D3A-6AD2-4350-B0CB-3306F95FF287}" type="slidenum">
              <a:rPr lang="en-GB" smtClean="0"/>
              <a:t>‹#›</a:t>
            </a:fld>
            <a:endParaRPr lang="en-GB"/>
          </a:p>
        </p:txBody>
      </p:sp>
    </p:spTree>
    <p:extLst>
      <p:ext uri="{BB962C8B-B14F-4D97-AF65-F5344CB8AC3E}">
        <p14:creationId xmlns:p14="http://schemas.microsoft.com/office/powerpoint/2010/main" val="2598585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8B82D-9937-43B3-AB1A-BAE52EBA0E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C7F3761-0D8B-4B28-A0F6-D5474CE37B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4E823C-DD3A-4FC8-A4AE-85FDF8B04987}"/>
              </a:ext>
            </a:extLst>
          </p:cNvPr>
          <p:cNvSpPr>
            <a:spLocks noGrp="1"/>
          </p:cNvSpPr>
          <p:nvPr>
            <p:ph type="dt" sz="half" idx="10"/>
          </p:nvPr>
        </p:nvSpPr>
        <p:spPr/>
        <p:txBody>
          <a:bodyPr/>
          <a:lstStyle/>
          <a:p>
            <a:fld id="{C4C97FE2-42ED-4D81-9BDA-2321004A7D42}" type="datetimeFigureOut">
              <a:rPr lang="en-GB" smtClean="0"/>
              <a:t>06/04/2022</a:t>
            </a:fld>
            <a:endParaRPr lang="en-GB"/>
          </a:p>
        </p:txBody>
      </p:sp>
      <p:sp>
        <p:nvSpPr>
          <p:cNvPr id="5" name="Footer Placeholder 4">
            <a:extLst>
              <a:ext uri="{FF2B5EF4-FFF2-40B4-BE49-F238E27FC236}">
                <a16:creationId xmlns:a16="http://schemas.microsoft.com/office/drawing/2014/main" id="{1D7EDFAD-42BE-40BE-BAF0-45D68C55475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7E26B1F-D6DC-40C1-BF15-41C11336FEF0}"/>
              </a:ext>
            </a:extLst>
          </p:cNvPr>
          <p:cNvSpPr>
            <a:spLocks noGrp="1"/>
          </p:cNvSpPr>
          <p:nvPr>
            <p:ph type="sldNum" sz="quarter" idx="12"/>
          </p:nvPr>
        </p:nvSpPr>
        <p:spPr/>
        <p:txBody>
          <a:bodyPr/>
          <a:lstStyle/>
          <a:p>
            <a:fld id="{6D330D3A-6AD2-4350-B0CB-3306F95FF287}" type="slidenum">
              <a:rPr lang="en-GB" smtClean="0"/>
              <a:t>‹#›</a:t>
            </a:fld>
            <a:endParaRPr lang="en-GB"/>
          </a:p>
        </p:txBody>
      </p:sp>
    </p:spTree>
    <p:extLst>
      <p:ext uri="{BB962C8B-B14F-4D97-AF65-F5344CB8AC3E}">
        <p14:creationId xmlns:p14="http://schemas.microsoft.com/office/powerpoint/2010/main" val="2821262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2F6FB-0A6E-4EF1-84FC-8CE1F1D4EF4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A554150-AE5E-4C94-A531-370D056B89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8F8EE28-D653-4B97-A0DA-3675C23E90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E083B73-886D-40F3-996C-F44AC9A0728B}"/>
              </a:ext>
            </a:extLst>
          </p:cNvPr>
          <p:cNvSpPr>
            <a:spLocks noGrp="1"/>
          </p:cNvSpPr>
          <p:nvPr>
            <p:ph type="dt" sz="half" idx="10"/>
          </p:nvPr>
        </p:nvSpPr>
        <p:spPr/>
        <p:txBody>
          <a:bodyPr/>
          <a:lstStyle/>
          <a:p>
            <a:fld id="{C4C97FE2-42ED-4D81-9BDA-2321004A7D42}" type="datetimeFigureOut">
              <a:rPr lang="en-GB" smtClean="0"/>
              <a:t>06/04/2022</a:t>
            </a:fld>
            <a:endParaRPr lang="en-GB"/>
          </a:p>
        </p:txBody>
      </p:sp>
      <p:sp>
        <p:nvSpPr>
          <p:cNvPr id="6" name="Footer Placeholder 5">
            <a:extLst>
              <a:ext uri="{FF2B5EF4-FFF2-40B4-BE49-F238E27FC236}">
                <a16:creationId xmlns:a16="http://schemas.microsoft.com/office/drawing/2014/main" id="{4B3D23BF-9240-4060-BF98-F8500EA6597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0C0F478-3F20-4303-B3AE-CA8FD9CD2E80}"/>
              </a:ext>
            </a:extLst>
          </p:cNvPr>
          <p:cNvSpPr>
            <a:spLocks noGrp="1"/>
          </p:cNvSpPr>
          <p:nvPr>
            <p:ph type="sldNum" sz="quarter" idx="12"/>
          </p:nvPr>
        </p:nvSpPr>
        <p:spPr/>
        <p:txBody>
          <a:bodyPr/>
          <a:lstStyle/>
          <a:p>
            <a:fld id="{6D330D3A-6AD2-4350-B0CB-3306F95FF287}" type="slidenum">
              <a:rPr lang="en-GB" smtClean="0"/>
              <a:t>‹#›</a:t>
            </a:fld>
            <a:endParaRPr lang="en-GB"/>
          </a:p>
        </p:txBody>
      </p:sp>
    </p:spTree>
    <p:extLst>
      <p:ext uri="{BB962C8B-B14F-4D97-AF65-F5344CB8AC3E}">
        <p14:creationId xmlns:p14="http://schemas.microsoft.com/office/powerpoint/2010/main" val="3079892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8D5F4-FEE4-4234-9CCF-42E2B574743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34C548E-E395-4437-9E38-FC2EA066E2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C4A769-1469-4FE1-948F-8504FAD8F5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2E18443-8E1E-4400-A493-5798A60DA5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D4392C-C01E-49AD-9142-A6F649EB84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F5C9C2D-491A-43FB-8E6B-6C9604FDE3B9}"/>
              </a:ext>
            </a:extLst>
          </p:cNvPr>
          <p:cNvSpPr>
            <a:spLocks noGrp="1"/>
          </p:cNvSpPr>
          <p:nvPr>
            <p:ph type="dt" sz="half" idx="10"/>
          </p:nvPr>
        </p:nvSpPr>
        <p:spPr/>
        <p:txBody>
          <a:bodyPr/>
          <a:lstStyle/>
          <a:p>
            <a:fld id="{C4C97FE2-42ED-4D81-9BDA-2321004A7D42}" type="datetimeFigureOut">
              <a:rPr lang="en-GB" smtClean="0"/>
              <a:t>06/04/2022</a:t>
            </a:fld>
            <a:endParaRPr lang="en-GB"/>
          </a:p>
        </p:txBody>
      </p:sp>
      <p:sp>
        <p:nvSpPr>
          <p:cNvPr id="8" name="Footer Placeholder 7">
            <a:extLst>
              <a:ext uri="{FF2B5EF4-FFF2-40B4-BE49-F238E27FC236}">
                <a16:creationId xmlns:a16="http://schemas.microsoft.com/office/drawing/2014/main" id="{2C8488E5-5D77-4FB9-B253-B5CC92704A9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B102F1D-37E3-4898-B19A-9CA9AA52713A}"/>
              </a:ext>
            </a:extLst>
          </p:cNvPr>
          <p:cNvSpPr>
            <a:spLocks noGrp="1"/>
          </p:cNvSpPr>
          <p:nvPr>
            <p:ph type="sldNum" sz="quarter" idx="12"/>
          </p:nvPr>
        </p:nvSpPr>
        <p:spPr/>
        <p:txBody>
          <a:bodyPr/>
          <a:lstStyle/>
          <a:p>
            <a:fld id="{6D330D3A-6AD2-4350-B0CB-3306F95FF287}" type="slidenum">
              <a:rPr lang="en-GB" smtClean="0"/>
              <a:t>‹#›</a:t>
            </a:fld>
            <a:endParaRPr lang="en-GB"/>
          </a:p>
        </p:txBody>
      </p:sp>
    </p:spTree>
    <p:extLst>
      <p:ext uri="{BB962C8B-B14F-4D97-AF65-F5344CB8AC3E}">
        <p14:creationId xmlns:p14="http://schemas.microsoft.com/office/powerpoint/2010/main" val="2186891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2E4FB-2731-41CA-86B0-EE2C27E0937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B33C019-0AEB-42B8-9549-C6C2A81D92F3}"/>
              </a:ext>
            </a:extLst>
          </p:cNvPr>
          <p:cNvSpPr>
            <a:spLocks noGrp="1"/>
          </p:cNvSpPr>
          <p:nvPr>
            <p:ph type="dt" sz="half" idx="10"/>
          </p:nvPr>
        </p:nvSpPr>
        <p:spPr/>
        <p:txBody>
          <a:bodyPr/>
          <a:lstStyle/>
          <a:p>
            <a:fld id="{C4C97FE2-42ED-4D81-9BDA-2321004A7D42}" type="datetimeFigureOut">
              <a:rPr lang="en-GB" smtClean="0"/>
              <a:t>06/04/2022</a:t>
            </a:fld>
            <a:endParaRPr lang="en-GB"/>
          </a:p>
        </p:txBody>
      </p:sp>
      <p:sp>
        <p:nvSpPr>
          <p:cNvPr id="4" name="Footer Placeholder 3">
            <a:extLst>
              <a:ext uri="{FF2B5EF4-FFF2-40B4-BE49-F238E27FC236}">
                <a16:creationId xmlns:a16="http://schemas.microsoft.com/office/drawing/2014/main" id="{7F50AABE-F126-419B-8D05-1D632E9AE8C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A91AFB2-17E9-45BA-9F51-BE31297EEBB3}"/>
              </a:ext>
            </a:extLst>
          </p:cNvPr>
          <p:cNvSpPr>
            <a:spLocks noGrp="1"/>
          </p:cNvSpPr>
          <p:nvPr>
            <p:ph type="sldNum" sz="quarter" idx="12"/>
          </p:nvPr>
        </p:nvSpPr>
        <p:spPr/>
        <p:txBody>
          <a:bodyPr/>
          <a:lstStyle/>
          <a:p>
            <a:fld id="{6D330D3A-6AD2-4350-B0CB-3306F95FF287}" type="slidenum">
              <a:rPr lang="en-GB" smtClean="0"/>
              <a:t>‹#›</a:t>
            </a:fld>
            <a:endParaRPr lang="en-GB"/>
          </a:p>
        </p:txBody>
      </p:sp>
    </p:spTree>
    <p:extLst>
      <p:ext uri="{BB962C8B-B14F-4D97-AF65-F5344CB8AC3E}">
        <p14:creationId xmlns:p14="http://schemas.microsoft.com/office/powerpoint/2010/main" val="337563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6E429-133C-41A6-8A6A-0B4F47A747B8}"/>
              </a:ext>
            </a:extLst>
          </p:cNvPr>
          <p:cNvSpPr>
            <a:spLocks noGrp="1"/>
          </p:cNvSpPr>
          <p:nvPr>
            <p:ph type="dt" sz="half" idx="10"/>
          </p:nvPr>
        </p:nvSpPr>
        <p:spPr/>
        <p:txBody>
          <a:bodyPr/>
          <a:lstStyle/>
          <a:p>
            <a:fld id="{C4C97FE2-42ED-4D81-9BDA-2321004A7D42}" type="datetimeFigureOut">
              <a:rPr lang="en-GB" smtClean="0"/>
              <a:t>06/04/2022</a:t>
            </a:fld>
            <a:endParaRPr lang="en-GB"/>
          </a:p>
        </p:txBody>
      </p:sp>
      <p:sp>
        <p:nvSpPr>
          <p:cNvPr id="3" name="Footer Placeholder 2">
            <a:extLst>
              <a:ext uri="{FF2B5EF4-FFF2-40B4-BE49-F238E27FC236}">
                <a16:creationId xmlns:a16="http://schemas.microsoft.com/office/drawing/2014/main" id="{95FF8C50-3B8C-4D9F-8C2C-53C28B54042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B1DE565-068F-4688-B2DA-A4D820707833}"/>
              </a:ext>
            </a:extLst>
          </p:cNvPr>
          <p:cNvSpPr>
            <a:spLocks noGrp="1"/>
          </p:cNvSpPr>
          <p:nvPr>
            <p:ph type="sldNum" sz="quarter" idx="12"/>
          </p:nvPr>
        </p:nvSpPr>
        <p:spPr/>
        <p:txBody>
          <a:bodyPr/>
          <a:lstStyle/>
          <a:p>
            <a:fld id="{6D330D3A-6AD2-4350-B0CB-3306F95FF287}" type="slidenum">
              <a:rPr lang="en-GB" smtClean="0"/>
              <a:t>‹#›</a:t>
            </a:fld>
            <a:endParaRPr lang="en-GB"/>
          </a:p>
        </p:txBody>
      </p:sp>
    </p:spTree>
    <p:extLst>
      <p:ext uri="{BB962C8B-B14F-4D97-AF65-F5344CB8AC3E}">
        <p14:creationId xmlns:p14="http://schemas.microsoft.com/office/powerpoint/2010/main" val="2508509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92726-537C-4370-8089-0BCB6FB7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54B586D-41FA-4F89-ADEB-1EDD870AB5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D72311F-A0F1-48A9-A0C3-D7C9D25219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BE5C00-C9C2-43D0-AF16-FF95C36E3EE9}"/>
              </a:ext>
            </a:extLst>
          </p:cNvPr>
          <p:cNvSpPr>
            <a:spLocks noGrp="1"/>
          </p:cNvSpPr>
          <p:nvPr>
            <p:ph type="dt" sz="half" idx="10"/>
          </p:nvPr>
        </p:nvSpPr>
        <p:spPr/>
        <p:txBody>
          <a:bodyPr/>
          <a:lstStyle/>
          <a:p>
            <a:fld id="{C4C97FE2-42ED-4D81-9BDA-2321004A7D42}" type="datetimeFigureOut">
              <a:rPr lang="en-GB" smtClean="0"/>
              <a:t>06/04/2022</a:t>
            </a:fld>
            <a:endParaRPr lang="en-GB"/>
          </a:p>
        </p:txBody>
      </p:sp>
      <p:sp>
        <p:nvSpPr>
          <p:cNvPr id="6" name="Footer Placeholder 5">
            <a:extLst>
              <a:ext uri="{FF2B5EF4-FFF2-40B4-BE49-F238E27FC236}">
                <a16:creationId xmlns:a16="http://schemas.microsoft.com/office/drawing/2014/main" id="{AE7319AA-0AC9-41DE-811B-F5E3981560C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43800C1-B178-4EDE-BA40-8C968757C9FF}"/>
              </a:ext>
            </a:extLst>
          </p:cNvPr>
          <p:cNvSpPr>
            <a:spLocks noGrp="1"/>
          </p:cNvSpPr>
          <p:nvPr>
            <p:ph type="sldNum" sz="quarter" idx="12"/>
          </p:nvPr>
        </p:nvSpPr>
        <p:spPr/>
        <p:txBody>
          <a:bodyPr/>
          <a:lstStyle/>
          <a:p>
            <a:fld id="{6D330D3A-6AD2-4350-B0CB-3306F95FF287}" type="slidenum">
              <a:rPr lang="en-GB" smtClean="0"/>
              <a:t>‹#›</a:t>
            </a:fld>
            <a:endParaRPr lang="en-GB"/>
          </a:p>
        </p:txBody>
      </p:sp>
    </p:spTree>
    <p:extLst>
      <p:ext uri="{BB962C8B-B14F-4D97-AF65-F5344CB8AC3E}">
        <p14:creationId xmlns:p14="http://schemas.microsoft.com/office/powerpoint/2010/main" val="1556189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EC327-D409-4A8C-8120-A9CD26E977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16C1B2B-5256-4908-A7B0-FB1EE56F20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3E72816-099A-467B-A7A0-7A63E72876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1CAEE6-9C47-470C-BEEB-F2C567413E09}"/>
              </a:ext>
            </a:extLst>
          </p:cNvPr>
          <p:cNvSpPr>
            <a:spLocks noGrp="1"/>
          </p:cNvSpPr>
          <p:nvPr>
            <p:ph type="dt" sz="half" idx="10"/>
          </p:nvPr>
        </p:nvSpPr>
        <p:spPr/>
        <p:txBody>
          <a:bodyPr/>
          <a:lstStyle/>
          <a:p>
            <a:fld id="{C4C97FE2-42ED-4D81-9BDA-2321004A7D42}" type="datetimeFigureOut">
              <a:rPr lang="en-GB" smtClean="0"/>
              <a:t>06/04/2022</a:t>
            </a:fld>
            <a:endParaRPr lang="en-GB"/>
          </a:p>
        </p:txBody>
      </p:sp>
      <p:sp>
        <p:nvSpPr>
          <p:cNvPr id="6" name="Footer Placeholder 5">
            <a:extLst>
              <a:ext uri="{FF2B5EF4-FFF2-40B4-BE49-F238E27FC236}">
                <a16:creationId xmlns:a16="http://schemas.microsoft.com/office/drawing/2014/main" id="{2CE5AD4C-D9CC-4C28-83E8-E27F54268F1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BBF7B3D-B7FA-453C-ACCE-672A05F9E8B2}"/>
              </a:ext>
            </a:extLst>
          </p:cNvPr>
          <p:cNvSpPr>
            <a:spLocks noGrp="1"/>
          </p:cNvSpPr>
          <p:nvPr>
            <p:ph type="sldNum" sz="quarter" idx="12"/>
          </p:nvPr>
        </p:nvSpPr>
        <p:spPr/>
        <p:txBody>
          <a:bodyPr/>
          <a:lstStyle/>
          <a:p>
            <a:fld id="{6D330D3A-6AD2-4350-B0CB-3306F95FF287}" type="slidenum">
              <a:rPr lang="en-GB" smtClean="0"/>
              <a:t>‹#›</a:t>
            </a:fld>
            <a:endParaRPr lang="en-GB"/>
          </a:p>
        </p:txBody>
      </p:sp>
    </p:spTree>
    <p:extLst>
      <p:ext uri="{BB962C8B-B14F-4D97-AF65-F5344CB8AC3E}">
        <p14:creationId xmlns:p14="http://schemas.microsoft.com/office/powerpoint/2010/main" val="2687658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B80D7-F8D9-4022-BEED-888507568AE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A195E6D-3A00-47BC-A0A0-F0A27826DC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7940809-E0EA-4F90-BBD7-A5F077CFC271}"/>
              </a:ext>
            </a:extLst>
          </p:cNvPr>
          <p:cNvSpPr>
            <a:spLocks noGrp="1"/>
          </p:cNvSpPr>
          <p:nvPr>
            <p:ph type="dt" sz="half" idx="10"/>
          </p:nvPr>
        </p:nvSpPr>
        <p:spPr/>
        <p:txBody>
          <a:bodyPr/>
          <a:lstStyle/>
          <a:p>
            <a:fld id="{C4C97FE2-42ED-4D81-9BDA-2321004A7D42}" type="datetimeFigureOut">
              <a:rPr lang="en-GB" smtClean="0"/>
              <a:t>06/04/2022</a:t>
            </a:fld>
            <a:endParaRPr lang="en-GB"/>
          </a:p>
        </p:txBody>
      </p:sp>
      <p:sp>
        <p:nvSpPr>
          <p:cNvPr id="5" name="Footer Placeholder 4">
            <a:extLst>
              <a:ext uri="{FF2B5EF4-FFF2-40B4-BE49-F238E27FC236}">
                <a16:creationId xmlns:a16="http://schemas.microsoft.com/office/drawing/2014/main" id="{54681CE7-D724-454F-8F6B-CE81FF5F07C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3F0618A-DBD7-4610-9080-03F8586B134B}"/>
              </a:ext>
            </a:extLst>
          </p:cNvPr>
          <p:cNvSpPr>
            <a:spLocks noGrp="1"/>
          </p:cNvSpPr>
          <p:nvPr>
            <p:ph type="sldNum" sz="quarter" idx="12"/>
          </p:nvPr>
        </p:nvSpPr>
        <p:spPr/>
        <p:txBody>
          <a:bodyPr/>
          <a:lstStyle/>
          <a:p>
            <a:fld id="{6D330D3A-6AD2-4350-B0CB-3306F95FF287}" type="slidenum">
              <a:rPr lang="en-GB" smtClean="0"/>
              <a:t>‹#›</a:t>
            </a:fld>
            <a:endParaRPr lang="en-GB"/>
          </a:p>
        </p:txBody>
      </p:sp>
    </p:spTree>
    <p:extLst>
      <p:ext uri="{BB962C8B-B14F-4D97-AF65-F5344CB8AC3E}">
        <p14:creationId xmlns:p14="http://schemas.microsoft.com/office/powerpoint/2010/main" val="3520285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C6607D-9470-4192-9AC2-B2A9551D48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2A9009B-ABD9-4095-BAF1-1C8B76C2E5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5ECB049-811D-4A62-B7AE-6EF8D0626B11}"/>
              </a:ext>
            </a:extLst>
          </p:cNvPr>
          <p:cNvSpPr>
            <a:spLocks noGrp="1"/>
          </p:cNvSpPr>
          <p:nvPr>
            <p:ph type="dt" sz="half" idx="10"/>
          </p:nvPr>
        </p:nvSpPr>
        <p:spPr/>
        <p:txBody>
          <a:bodyPr/>
          <a:lstStyle/>
          <a:p>
            <a:fld id="{C4C97FE2-42ED-4D81-9BDA-2321004A7D42}" type="datetimeFigureOut">
              <a:rPr lang="en-GB" smtClean="0"/>
              <a:t>06/04/2022</a:t>
            </a:fld>
            <a:endParaRPr lang="en-GB"/>
          </a:p>
        </p:txBody>
      </p:sp>
      <p:sp>
        <p:nvSpPr>
          <p:cNvPr id="5" name="Footer Placeholder 4">
            <a:extLst>
              <a:ext uri="{FF2B5EF4-FFF2-40B4-BE49-F238E27FC236}">
                <a16:creationId xmlns:a16="http://schemas.microsoft.com/office/drawing/2014/main" id="{25DFF2B1-764C-4546-AC0F-DE4C58F2E86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BE279D9-C3C7-4E84-99CA-656C6EF4EB64}"/>
              </a:ext>
            </a:extLst>
          </p:cNvPr>
          <p:cNvSpPr>
            <a:spLocks noGrp="1"/>
          </p:cNvSpPr>
          <p:nvPr>
            <p:ph type="sldNum" sz="quarter" idx="12"/>
          </p:nvPr>
        </p:nvSpPr>
        <p:spPr/>
        <p:txBody>
          <a:bodyPr/>
          <a:lstStyle/>
          <a:p>
            <a:fld id="{6D330D3A-6AD2-4350-B0CB-3306F95FF287}" type="slidenum">
              <a:rPr lang="en-GB" smtClean="0"/>
              <a:t>‹#›</a:t>
            </a:fld>
            <a:endParaRPr lang="en-GB"/>
          </a:p>
        </p:txBody>
      </p:sp>
    </p:spTree>
    <p:extLst>
      <p:ext uri="{BB962C8B-B14F-4D97-AF65-F5344CB8AC3E}">
        <p14:creationId xmlns:p14="http://schemas.microsoft.com/office/powerpoint/2010/main" val="3290478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29F88F-7D36-4DFE-B299-5911469BCB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9822702-FE88-4997-B998-D3ECEDAB6E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88A066F-BC33-41B9-BE57-940A4E0496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C97FE2-42ED-4D81-9BDA-2321004A7D42}" type="datetimeFigureOut">
              <a:rPr lang="en-GB" smtClean="0"/>
              <a:t>06/04/2022</a:t>
            </a:fld>
            <a:endParaRPr lang="en-GB"/>
          </a:p>
        </p:txBody>
      </p:sp>
      <p:sp>
        <p:nvSpPr>
          <p:cNvPr id="5" name="Footer Placeholder 4">
            <a:extLst>
              <a:ext uri="{FF2B5EF4-FFF2-40B4-BE49-F238E27FC236}">
                <a16:creationId xmlns:a16="http://schemas.microsoft.com/office/drawing/2014/main" id="{394B1B5F-97A9-463B-AE91-1C3CBFC0AC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3115E21-8E57-4578-BF36-B651FB55D2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330D3A-6AD2-4350-B0CB-3306F95FF287}" type="slidenum">
              <a:rPr lang="en-GB" smtClean="0"/>
              <a:t>‹#›</a:t>
            </a:fld>
            <a:endParaRPr lang="en-GB"/>
          </a:p>
        </p:txBody>
      </p:sp>
    </p:spTree>
    <p:extLst>
      <p:ext uri="{BB962C8B-B14F-4D97-AF65-F5344CB8AC3E}">
        <p14:creationId xmlns:p14="http://schemas.microsoft.com/office/powerpoint/2010/main" val="2160014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D4054BC-D07C-460E-BDEE-35E2FDFF7587}"/>
              </a:ext>
            </a:extLst>
          </p:cNvPr>
          <p:cNvSpPr txBox="1"/>
          <p:nvPr/>
        </p:nvSpPr>
        <p:spPr>
          <a:xfrm>
            <a:off x="1259633" y="802433"/>
            <a:ext cx="9610530" cy="1384995"/>
          </a:xfrm>
          <a:prstGeom prst="rect">
            <a:avLst/>
          </a:prstGeom>
          <a:noFill/>
        </p:spPr>
        <p:txBody>
          <a:bodyPr wrap="square" rtlCol="0">
            <a:spAutoFit/>
          </a:bodyPr>
          <a:lstStyle/>
          <a:p>
            <a:r>
              <a:rPr lang="en-US" sz="2800" b="1" dirty="0"/>
              <a:t>Friday session</a:t>
            </a:r>
          </a:p>
          <a:p>
            <a:endParaRPr lang="en-US" sz="2800" b="1" dirty="0"/>
          </a:p>
          <a:p>
            <a:r>
              <a:rPr lang="en-US" sz="2800" b="1" dirty="0"/>
              <a:t>MBA Residency</a:t>
            </a:r>
            <a:endParaRPr lang="en-GB" sz="2800" b="1" dirty="0"/>
          </a:p>
        </p:txBody>
      </p:sp>
    </p:spTree>
    <p:extLst>
      <p:ext uri="{BB962C8B-B14F-4D97-AF65-F5344CB8AC3E}">
        <p14:creationId xmlns:p14="http://schemas.microsoft.com/office/powerpoint/2010/main" val="3343199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6B125D-94F4-45D5-BDC9-5711139AB3E1}"/>
              </a:ext>
            </a:extLst>
          </p:cNvPr>
          <p:cNvSpPr txBox="1"/>
          <p:nvPr/>
        </p:nvSpPr>
        <p:spPr>
          <a:xfrm>
            <a:off x="1090569" y="796954"/>
            <a:ext cx="10117123" cy="5632311"/>
          </a:xfrm>
          <a:prstGeom prst="rect">
            <a:avLst/>
          </a:prstGeom>
          <a:noFill/>
        </p:spPr>
        <p:txBody>
          <a:bodyPr wrap="square" rtlCol="0">
            <a:spAutoFit/>
          </a:bodyPr>
          <a:lstStyle/>
          <a:p>
            <a:r>
              <a:rPr lang="en-US" sz="2400" dirty="0"/>
              <a:t>On Friday…</a:t>
            </a:r>
          </a:p>
          <a:p>
            <a:endParaRPr lang="en-US" sz="2400" dirty="0"/>
          </a:p>
          <a:p>
            <a:r>
              <a:rPr lang="en-US" sz="2400" dirty="0"/>
              <a:t>The session will start at the usual time</a:t>
            </a:r>
          </a:p>
          <a:p>
            <a:endParaRPr lang="en-US" sz="2400" dirty="0"/>
          </a:p>
          <a:p>
            <a:r>
              <a:rPr lang="en-US" sz="2400" dirty="0"/>
              <a:t>Most of the session will be spent in discussion in small groups</a:t>
            </a:r>
          </a:p>
          <a:p>
            <a:endParaRPr lang="en-US" sz="2400" dirty="0"/>
          </a:p>
          <a:p>
            <a:r>
              <a:rPr lang="en-US" sz="2400" dirty="0"/>
              <a:t>We will be joined by additional tutors, and there will be a tutor in each group</a:t>
            </a:r>
          </a:p>
          <a:p>
            <a:endParaRPr lang="en-US" sz="2400" dirty="0"/>
          </a:p>
          <a:p>
            <a:r>
              <a:rPr lang="en-US" sz="2400" dirty="0"/>
              <a:t>You will each have the opportunity to spend 20 minutes talking about your ideas and your plan for your dissertation</a:t>
            </a:r>
          </a:p>
          <a:p>
            <a:endParaRPr lang="en-US" sz="2400" dirty="0"/>
          </a:p>
          <a:p>
            <a:r>
              <a:rPr lang="en-US" sz="2400" dirty="0"/>
              <a:t>The tutor and the rest of the group will help you to develop your ideas and plan</a:t>
            </a:r>
          </a:p>
          <a:p>
            <a:endParaRPr lang="en-US" sz="2400" dirty="0"/>
          </a:p>
          <a:p>
            <a:r>
              <a:rPr lang="en-US" sz="2400" dirty="0"/>
              <a:t>But you are not in any way committed to the plan (or even the topic) you discuss – you can change your mind after the session</a:t>
            </a:r>
            <a:endParaRPr lang="en-GB" sz="2400" dirty="0"/>
          </a:p>
        </p:txBody>
      </p:sp>
    </p:spTree>
    <p:extLst>
      <p:ext uri="{BB962C8B-B14F-4D97-AF65-F5344CB8AC3E}">
        <p14:creationId xmlns:p14="http://schemas.microsoft.com/office/powerpoint/2010/main" val="4054004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fade">
                                      <p:cBhvr>
                                        <p:cTn id="12" dur="500"/>
                                        <p:tgtEl>
                                          <p:spTgt spid="2">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animEffect transition="in" filter="fade">
                                      <p:cBhvr>
                                        <p:cTn id="17" dur="500"/>
                                        <p:tgtEl>
                                          <p:spTgt spid="2">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8" end="8"/>
                                            </p:txEl>
                                          </p:spTgt>
                                        </p:tgtEl>
                                        <p:attrNameLst>
                                          <p:attrName>style.visibility</p:attrName>
                                        </p:attrNameLst>
                                      </p:cBhvr>
                                      <p:to>
                                        <p:strVal val="visible"/>
                                      </p:to>
                                    </p:set>
                                    <p:animEffect transition="in" filter="fade">
                                      <p:cBhvr>
                                        <p:cTn id="22" dur="500"/>
                                        <p:tgtEl>
                                          <p:spTgt spid="2">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animEffect transition="in" filter="fade">
                                      <p:cBhvr>
                                        <p:cTn id="27" dur="500"/>
                                        <p:tgtEl>
                                          <p:spTgt spid="2">
                                            <p:txEl>
                                              <p:pRg st="10" end="1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12" end="12"/>
                                            </p:txEl>
                                          </p:spTgt>
                                        </p:tgtEl>
                                        <p:attrNameLst>
                                          <p:attrName>style.visibility</p:attrName>
                                        </p:attrNameLst>
                                      </p:cBhvr>
                                      <p:to>
                                        <p:strVal val="visible"/>
                                      </p:to>
                                    </p:set>
                                    <p:animEffect transition="in" filter="fade">
                                      <p:cBhvr>
                                        <p:cTn id="32"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6ADE6D-8190-4E76-9332-74F0DCC04F6E}"/>
              </a:ext>
            </a:extLst>
          </p:cNvPr>
          <p:cNvSpPr txBox="1"/>
          <p:nvPr/>
        </p:nvSpPr>
        <p:spPr>
          <a:xfrm>
            <a:off x="947956" y="243280"/>
            <a:ext cx="10586906" cy="6370975"/>
          </a:xfrm>
          <a:prstGeom prst="rect">
            <a:avLst/>
          </a:prstGeom>
          <a:noFill/>
        </p:spPr>
        <p:txBody>
          <a:bodyPr wrap="square" rtlCol="0">
            <a:spAutoFit/>
          </a:bodyPr>
          <a:lstStyle/>
          <a:p>
            <a:r>
              <a:rPr lang="en-US" sz="2400" dirty="0"/>
              <a:t>As preparation for the session, please make some notes on the Dissertation Development Form (</a:t>
            </a:r>
            <a:r>
              <a:rPr lang="en-US" sz="2400"/>
              <a:t>Exercise 6 </a:t>
            </a:r>
            <a:r>
              <a:rPr lang="en-US" sz="2400" dirty="0"/>
              <a:t>on Thursday – also available in the Key Documents section – Unit 2 - of the Online Campus site) and submit it as an assignment</a:t>
            </a:r>
          </a:p>
          <a:p>
            <a:endParaRPr lang="en-US" sz="2400" dirty="0"/>
          </a:p>
          <a:p>
            <a:r>
              <a:rPr lang="en-US" sz="2400" dirty="0"/>
              <a:t>Please do this </a:t>
            </a:r>
            <a:r>
              <a:rPr lang="en-US" sz="2400" u="sng" dirty="0"/>
              <a:t>no later than two hours after the end of the session on Thursday</a:t>
            </a:r>
          </a:p>
          <a:p>
            <a:endParaRPr lang="en-US" sz="2400" dirty="0"/>
          </a:p>
          <a:p>
            <a:r>
              <a:rPr lang="en-US" sz="2400" dirty="0"/>
              <a:t>Although it is classed as an assignment by the website, it is not assessed. It will be regarded as a first draft of your thoughts and plans for the dissertation, and you will probably make changes to it during and after the Friday session.</a:t>
            </a:r>
          </a:p>
          <a:p>
            <a:endParaRPr lang="en-US" sz="2400" dirty="0"/>
          </a:p>
          <a:p>
            <a:r>
              <a:rPr lang="en-US" sz="2400" u="sng" dirty="0"/>
              <a:t>If you do not submit a Dissertation Development Form, we will assume that you do not wish to discuss your ideas and plans for the dissertation, and we will not schedule any time for you in the session</a:t>
            </a:r>
          </a:p>
          <a:p>
            <a:endParaRPr lang="en-US" sz="2400" dirty="0"/>
          </a:p>
          <a:p>
            <a:r>
              <a:rPr lang="en-US" sz="2400" dirty="0"/>
              <a:t>If you are unsure which of two (or more…) ideas you want to undertake for the dissertation, please pick one of them to discuss on Friday. There is not enough time in the session to discuss two or more alternatives</a:t>
            </a:r>
            <a:endParaRPr lang="en-GB" dirty="0"/>
          </a:p>
        </p:txBody>
      </p:sp>
    </p:spTree>
    <p:extLst>
      <p:ext uri="{BB962C8B-B14F-4D97-AF65-F5344CB8AC3E}">
        <p14:creationId xmlns:p14="http://schemas.microsoft.com/office/powerpoint/2010/main" val="3672153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fade">
                                      <p:cBhvr>
                                        <p:cTn id="2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AD724B-1F8D-40EE-9B23-0FEE99A3879F}"/>
              </a:ext>
            </a:extLst>
          </p:cNvPr>
          <p:cNvSpPr txBox="1"/>
          <p:nvPr/>
        </p:nvSpPr>
        <p:spPr>
          <a:xfrm>
            <a:off x="1023457" y="662730"/>
            <a:ext cx="10167457" cy="1938992"/>
          </a:xfrm>
          <a:prstGeom prst="rect">
            <a:avLst/>
          </a:prstGeom>
          <a:noFill/>
        </p:spPr>
        <p:txBody>
          <a:bodyPr wrap="square" rtlCol="0">
            <a:spAutoFit/>
          </a:bodyPr>
          <a:lstStyle/>
          <a:p>
            <a:r>
              <a:rPr lang="en-US" sz="2400" dirty="0"/>
              <a:t>Please bring your Dissertation Development Form along to the session – it can help everyone to concentrate if you can show it on share screen</a:t>
            </a:r>
          </a:p>
          <a:p>
            <a:endParaRPr lang="en-US" sz="2400" dirty="0"/>
          </a:p>
          <a:p>
            <a:r>
              <a:rPr lang="en-US" sz="2400" dirty="0"/>
              <a:t>For your 20 minutes, plan on explaining your ideas for </a:t>
            </a:r>
            <a:r>
              <a:rPr lang="en-US" sz="2400" u="sng" dirty="0"/>
              <a:t>no more than 10 minutes</a:t>
            </a:r>
            <a:r>
              <a:rPr lang="en-US" sz="2400" dirty="0"/>
              <a:t>, leaving 10 minutes for others to discuss and make suggestions</a:t>
            </a:r>
            <a:endParaRPr lang="en-GB" sz="2400" dirty="0"/>
          </a:p>
        </p:txBody>
      </p:sp>
    </p:spTree>
    <p:extLst>
      <p:ext uri="{BB962C8B-B14F-4D97-AF65-F5344CB8AC3E}">
        <p14:creationId xmlns:p14="http://schemas.microsoft.com/office/powerpoint/2010/main" val="3955983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882</TotalTime>
  <Words>353</Words>
  <Application>Microsoft Office PowerPoint</Application>
  <PresentationFormat>Widescreen</PresentationFormat>
  <Paragraphs>28</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George Boak</dc:creator>
  <cp:lastModifiedBy>George Boak</cp:lastModifiedBy>
  <cp:revision>3</cp:revision>
  <cp:lastPrinted>2021-12-08T08:17:52Z</cp:lastPrinted>
  <dcterms:created xsi:type="dcterms:W3CDTF">2021-12-08T07:52:37Z</dcterms:created>
  <dcterms:modified xsi:type="dcterms:W3CDTF">2022-04-06T11:19:27Z</dcterms:modified>
</cp:coreProperties>
</file>