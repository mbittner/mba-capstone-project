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14" r:id="rId2"/>
    <p:sldId id="333" r:id="rId3"/>
    <p:sldId id="292" r:id="rId4"/>
    <p:sldId id="330" r:id="rId5"/>
    <p:sldId id="331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505" autoAdjust="0"/>
  </p:normalViewPr>
  <p:slideViewPr>
    <p:cSldViewPr>
      <p:cViewPr varScale="1">
        <p:scale>
          <a:sx n="115" d="100"/>
          <a:sy n="115" d="100"/>
        </p:scale>
        <p:origin x="14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A6A99EA-6A08-47E3-8B9F-2BFEB9871C82}" type="datetimeFigureOut">
              <a:rPr lang="en-GB"/>
              <a:pPr>
                <a:defRPr/>
              </a:pPr>
              <a:t>16/03/2022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6019FC7F-C95B-421F-B8C7-516CD36EF64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821650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D01FD12-369D-46FF-AAF4-CF6E37AD1999}" type="datetimeFigureOut">
              <a:rPr lang="en-GB"/>
              <a:pPr>
                <a:defRPr/>
              </a:pPr>
              <a:t>16/03/2022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A650F90-E2EE-45DC-9B00-03B23D3A31F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68658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49459DA4-C6BD-48BE-84EA-0940DBEBF48C}" type="slidenum">
              <a:rPr lang="en-GB" altLang="en-US">
                <a:latin typeface="Arial" charset="0"/>
              </a:rPr>
              <a:pPr>
                <a:spcBef>
                  <a:spcPct val="0"/>
                </a:spcBef>
              </a:pPr>
              <a:t>1</a:t>
            </a:fld>
            <a:endParaRPr lang="en-GB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498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A2305A35-208F-4C26-BBD9-66080B9A9962}" type="slidenum">
              <a:rPr lang="en-GB" altLang="en-US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72553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C9B42-45C7-48E5-8817-D6B1D11ACB07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6FA81-8E95-4919-B761-049CC88E140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2521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BB18F-A3E3-44F4-8C89-9148165DD069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AB2BC-BF12-4797-87F0-F2D66BC3341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74112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DF4C8-E929-425C-86EC-CAC832E6EF11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99A745-4AE6-438A-B81B-B95A720CE0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779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38E7D-768F-4689-BC30-9AD849CA5D23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BC123-8793-484C-9471-819D093E533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831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5B13D-91D3-4525-8E8F-C4674E2D43D0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081DD-C833-432A-8ADB-CF917EF0718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07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5B802-55AA-436B-B1DB-0C7A085150B2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6F3E2-AB75-468F-B0A9-A2EB93350BF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663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BE9EE-33DF-424A-8A17-F4FD0259D58E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423F9-03D1-4D2F-B369-4BBCF046D58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923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0980D-C37C-4BAE-8640-954F6E2259C7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64BEE-3FF7-4387-84B6-69E1F84CBBF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4844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0EAFE-A470-4AED-A937-9577EE0A7227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871F99-A42A-4F7A-9AE2-CADB63E7FA3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3350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F821B-F581-4312-AB7B-A31C69754AE3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AD522-925B-4B40-8322-0EB203D1F74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3424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9A2BC-B76F-4255-AC14-3C8686C6F833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D5901-2F80-41CE-BD9F-CFD9CF820B8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7078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403570B-C4EF-4FD3-8793-6D276BC787FB}" type="datetime1">
              <a:rPr lang="en-GB" smtClean="0"/>
              <a:t>16/03/2022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30560E39-7E1B-44A6-9E8F-AB84DB393CA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450830" y="6237312"/>
            <a:ext cx="75775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+mn-lt"/>
              </a:rPr>
              <a:t>Saunders et al 2019 Research Methods For Business Students, Pearson, p.174</a:t>
            </a:r>
            <a:endParaRPr lang="en-GB" altLang="en-US" sz="2000" dirty="0">
              <a:latin typeface="+mn-lt"/>
            </a:endParaRPr>
          </a:p>
        </p:txBody>
      </p:sp>
      <p:sp>
        <p:nvSpPr>
          <p:cNvPr id="2053" name="TextBox 1"/>
          <p:cNvSpPr txBox="1">
            <a:spLocks noChangeArrowheads="1"/>
          </p:cNvSpPr>
          <p:nvPr/>
        </p:nvSpPr>
        <p:spPr bwMode="auto">
          <a:xfrm>
            <a:off x="611188" y="333375"/>
            <a:ext cx="7129462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rgbClr val="FF0000"/>
                </a:solidFill>
                <a:latin typeface="+mn-lt"/>
              </a:rPr>
              <a:t>Research strategies 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 dirty="0">
              <a:latin typeface="Arial" charset="0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F8A0481E-B099-4703-9C4B-0F3530B58E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87437B-CC94-492B-B9EF-14C8028EB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76" y="822709"/>
            <a:ext cx="7289820" cy="5342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718"/>
    </mc:Choice>
    <mc:Fallback xmlns="">
      <p:transition spd="slow" advTm="1927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2EFD-ADC2-48AE-A191-C2518FB8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Designing your research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50685-2B15-4378-96EC-EE89104E3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 do you want to find out?</a:t>
            </a:r>
          </a:p>
          <a:p>
            <a:pPr marL="0" indent="0">
              <a:buNone/>
            </a:pPr>
            <a:r>
              <a:rPr lang="en-GB" dirty="0"/>
              <a:t>WHY do you want to find this out?</a:t>
            </a:r>
          </a:p>
          <a:p>
            <a:pPr marL="0" indent="0">
              <a:buNone/>
            </a:pPr>
            <a:r>
              <a:rPr lang="en-GB" dirty="0"/>
              <a:t>WHO will you gather information from?</a:t>
            </a:r>
          </a:p>
          <a:p>
            <a:pPr marL="0" indent="0">
              <a:buNone/>
            </a:pPr>
            <a:r>
              <a:rPr lang="en-GB" dirty="0"/>
              <a:t>HOW will you gather that information?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7954D038-EA7D-485E-B00D-24D2EAEBA9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12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905"/>
    </mc:Choice>
    <mc:Fallback xmlns="">
      <p:transition spd="slow" advTm="989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3"/>
          <p:cNvSpPr txBox="1">
            <a:spLocks noChangeArrowheads="1"/>
          </p:cNvSpPr>
          <p:nvPr/>
        </p:nvSpPr>
        <p:spPr bwMode="auto">
          <a:xfrm>
            <a:off x="533400" y="381000"/>
            <a:ext cx="8077200" cy="5109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latin typeface="+mn-lt"/>
              </a:rPr>
              <a:t>Research strategies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Deductive or inductive?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Quantitative or qualitative data?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At one point in time, or over a period of time?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A fixed or a flexible data gathering strategy?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>
              <a:latin typeface="Arial" charset="0"/>
            </a:endParaRP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81DA9247-CC28-4DBA-9906-675021D11B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22"/>
    </mc:Choice>
    <mc:Fallback xmlns="">
      <p:transition spd="slow" advTm="1544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684213" y="549275"/>
            <a:ext cx="8064500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latin typeface="+mn-lt"/>
              </a:rPr>
              <a:t>Methods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Interviews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Questionnaires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Focus groups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Analysing documents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Observation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Arial" charset="0"/>
            </a:endParaRP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2A59602C-9426-44AA-AB19-C7C3168154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545"/>
    </mc:Choice>
    <mc:Fallback xmlns="">
      <p:transition spd="slow" advTm="1345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548680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Tackle EXERCISE 5: Research strategies. In the file on the Online campus, you will find a scenario where someone is considering undertaking research for an MBA dissertation. For tomorrow:</a:t>
            </a:r>
          </a:p>
          <a:p>
            <a:pPr lvl="1">
              <a:defRPr/>
            </a:pPr>
            <a:endParaRPr lang="en-GB" sz="2400" dirty="0">
              <a:latin typeface="+mn-lt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1.	Consider the different research designs and methodologies that 	are proposed </a:t>
            </a:r>
          </a:p>
          <a:p>
            <a:pPr lvl="2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•	Which method would you use? Or </a:t>
            </a:r>
          </a:p>
          <a:p>
            <a:pPr lvl="2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•	Would you adapt one of them, or use a hybrid of them</a:t>
            </a:r>
          </a:p>
          <a:p>
            <a:pPr lvl="2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	both? </a:t>
            </a:r>
          </a:p>
          <a:p>
            <a:pPr marL="914400" lvl="1" indent="-457200">
              <a:buAutoNum type="arabicPeriod" startAt="2"/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Set out the advantages and limitations of the design you have 	chosen</a:t>
            </a:r>
          </a:p>
          <a:p>
            <a:pPr marL="914400" lvl="1" indent="-457200">
              <a:buAutoNum type="arabicPeriod" startAt="2"/>
              <a:defRPr/>
            </a:pPr>
            <a:endParaRPr lang="en-GB" sz="2400" dirty="0">
              <a:latin typeface="+mn-lt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GB" sz="2400" dirty="0">
                <a:latin typeface="+mn-lt"/>
                <a:cs typeface="Arial" panose="020B0604020202020204" pitchFamily="34" charset="0"/>
              </a:rPr>
              <a:t>At the start of tomorrow’s session, we will ask you to discuss your ideas in small groups, and then in a plenary session.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2B95C8D7-A892-4062-85DA-E4D17D2ACB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561"/>
    </mc:Choice>
    <mc:Fallback xmlns="">
      <p:transition spd="slow" advTm="645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209</Words>
  <Application>Microsoft Office PowerPoint</Application>
  <PresentationFormat>On-screen Show (4:3)</PresentationFormat>
  <Paragraphs>38</Paragraphs>
  <Slides>5</Slides>
  <Notes>2</Notes>
  <HiddenSlides>0</HiddenSlides>
  <MMClips>5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Designing your research project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George</dc:creator>
  <cp:lastModifiedBy>Greig Mill</cp:lastModifiedBy>
  <cp:revision>147</cp:revision>
  <cp:lastPrinted>2013-09-11T07:14:20Z</cp:lastPrinted>
  <dcterms:created xsi:type="dcterms:W3CDTF">2011-06-06T13:24:47Z</dcterms:created>
  <dcterms:modified xsi:type="dcterms:W3CDTF">2022-03-16T11:46:06Z</dcterms:modified>
</cp:coreProperties>
</file>