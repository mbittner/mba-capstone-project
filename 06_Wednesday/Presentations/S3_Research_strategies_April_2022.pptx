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33" r:id="rId2"/>
    <p:sldId id="334" r:id="rId3"/>
    <p:sldId id="331" r:id="rId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158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A6A99EA-6A08-47E3-8B9F-2BFEB9871C82}" type="datetimeFigureOut">
              <a:rPr lang="en-GB"/>
              <a:pPr>
                <a:defRPr/>
              </a:pPr>
              <a:t>16/03/2022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019FC7F-C95B-421F-B8C7-516CD36EF64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82165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D01FD12-369D-46FF-AAF4-CF6E37AD1999}" type="datetimeFigureOut">
              <a:rPr lang="en-GB"/>
              <a:pPr>
                <a:defRPr/>
              </a:pPr>
              <a:t>16/03/2022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A650F90-E2EE-45DC-9B00-03B23D3A31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68658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9459DA4-C6BD-48BE-84EA-0940DBEBF48C}" type="slidenum">
              <a:rPr lang="en-GB" altLang="en-US">
                <a:latin typeface="Arial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49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C9B42-45C7-48E5-8817-D6B1D11ACB07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6FA81-8E95-4919-B761-049CC88E140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521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B18F-A3E3-44F4-8C89-9148165DD069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AB2BC-BF12-4797-87F0-F2D66BC3341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411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DF4C8-E929-425C-86EC-CAC832E6EF11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9A745-4AE6-438A-B81B-B95A720CE0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779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38E7D-768F-4689-BC30-9AD849CA5D23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BC123-8793-484C-9471-819D093E533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831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5B13D-91D3-4525-8E8F-C4674E2D43D0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081DD-C833-432A-8ADB-CF917EF071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07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5B802-55AA-436B-B1DB-0C7A085150B2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6F3E2-AB75-468F-B0A9-A2EB93350BF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663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BE9EE-33DF-424A-8A17-F4FD0259D58E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23F9-03D1-4D2F-B369-4BBCF046D5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923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0980D-C37C-4BAE-8640-954F6E2259C7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64BEE-3FF7-4387-84B6-69E1F84CBBF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844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0EAFE-A470-4AED-A937-9577EE0A7227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71F99-A42A-4F7A-9AE2-CADB63E7FA3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335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F821B-F581-4312-AB7B-A31C69754AE3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AD522-925B-4B40-8322-0EB203D1F74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424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9A2BC-B76F-4255-AC14-3C8686C6F833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D5901-2F80-41CE-BD9F-CFD9CF820B8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078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03570B-C4EF-4FD3-8793-6D276BC787FB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0560E39-7E1B-44A6-9E8F-AB84DB393CA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2EFD-ADC2-48AE-A191-C2518FB8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Designing your 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50685-2B15-4378-96EC-EE89104E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do you want to find out?</a:t>
            </a:r>
          </a:p>
          <a:p>
            <a:pPr marL="0" indent="0">
              <a:buNone/>
            </a:pPr>
            <a:r>
              <a:rPr lang="en-GB" dirty="0"/>
              <a:t>WHY do you want to find this out?</a:t>
            </a:r>
          </a:p>
          <a:p>
            <a:pPr marL="0" indent="0">
              <a:buNone/>
            </a:pPr>
            <a:r>
              <a:rPr lang="en-GB" dirty="0"/>
              <a:t>WHO will you gather information from?</a:t>
            </a:r>
          </a:p>
          <a:p>
            <a:pPr marL="0" indent="0">
              <a:buNone/>
            </a:pPr>
            <a:r>
              <a:rPr lang="en-GB" dirty="0"/>
              <a:t>HOW will you gather that information?</a:t>
            </a:r>
          </a:p>
          <a:p>
            <a:pPr marL="0" indent="0">
              <a:buNone/>
            </a:pPr>
            <a:r>
              <a:rPr lang="en-GB" dirty="0"/>
              <a:t>WHAT will you do with that information?</a:t>
            </a:r>
          </a:p>
        </p:txBody>
      </p:sp>
    </p:spTree>
    <p:extLst>
      <p:ext uri="{BB962C8B-B14F-4D97-AF65-F5344CB8AC3E}">
        <p14:creationId xmlns:p14="http://schemas.microsoft.com/office/powerpoint/2010/main" val="290212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450830" y="6237312"/>
            <a:ext cx="7577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+mn-lt"/>
              </a:rPr>
              <a:t>Saunders et al 2019 Research Methods For Business Students, Pearson, p.174</a:t>
            </a:r>
            <a:endParaRPr lang="en-GB" altLang="en-US" sz="2000" dirty="0">
              <a:latin typeface="+mn-lt"/>
            </a:endParaRPr>
          </a:p>
        </p:txBody>
      </p:sp>
      <p:sp>
        <p:nvSpPr>
          <p:cNvPr id="2053" name="TextBox 1"/>
          <p:cNvSpPr txBox="1">
            <a:spLocks noChangeArrowheads="1"/>
          </p:cNvSpPr>
          <p:nvPr/>
        </p:nvSpPr>
        <p:spPr bwMode="auto">
          <a:xfrm>
            <a:off x="611188" y="333375"/>
            <a:ext cx="712946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FF0000"/>
                </a:solidFill>
                <a:latin typeface="+mn-lt"/>
              </a:rPr>
              <a:t>Research strategies 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7437B-CC94-492B-B9EF-14C8028EB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822709"/>
            <a:ext cx="7289820" cy="5342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54868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Tackle EXERCISE 5: Research strategies. In the file on the Online campus, you will find a scenario where someone is considering undertaking research for an MBA dissertation. For tomorrow:</a:t>
            </a:r>
          </a:p>
          <a:p>
            <a:pPr lvl="1">
              <a:defRPr/>
            </a:pPr>
            <a:endParaRPr lang="en-GB" sz="2400" dirty="0">
              <a:latin typeface="+mn-lt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1.	Consider the different research designs and methodologies that 	are proposed </a:t>
            </a:r>
          </a:p>
          <a:p>
            <a:pPr lvl="2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•	Which method would you use? Or </a:t>
            </a:r>
          </a:p>
          <a:p>
            <a:pPr lvl="2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•	Would you adapt one of them, or use a hybrid of them</a:t>
            </a:r>
          </a:p>
          <a:p>
            <a:pPr lvl="2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	both? </a:t>
            </a:r>
          </a:p>
          <a:p>
            <a:pPr marL="914400" lvl="1" indent="-457200">
              <a:buAutoNum type="arabicPeriod" startAt="2"/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Set out the advantages and limitations of the design you have 	chosen</a:t>
            </a:r>
          </a:p>
          <a:p>
            <a:pPr marL="914400" lvl="1" indent="-457200">
              <a:buAutoNum type="arabicPeriod" startAt="2"/>
              <a:defRPr/>
            </a:pPr>
            <a:endParaRPr lang="en-GB" sz="2400" dirty="0">
              <a:latin typeface="+mn-lt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At the start of tomorrow’s session, we will ask you to discuss your ideas in small groups, and then in a plenary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175</Words>
  <Application>Microsoft Office PowerPoint</Application>
  <PresentationFormat>On-screen Show (4:3)</PresentationFormat>
  <Paragraphs>18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Designing your research project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George</dc:creator>
  <cp:lastModifiedBy>Greig Mill</cp:lastModifiedBy>
  <cp:revision>148</cp:revision>
  <cp:lastPrinted>2013-09-11T07:14:20Z</cp:lastPrinted>
  <dcterms:created xsi:type="dcterms:W3CDTF">2011-06-06T13:24:47Z</dcterms:created>
  <dcterms:modified xsi:type="dcterms:W3CDTF">2022-03-16T12:01:25Z</dcterms:modified>
</cp:coreProperties>
</file>