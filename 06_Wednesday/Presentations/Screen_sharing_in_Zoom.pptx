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5D07F-1E8E-4AFA-ABD5-E073789A8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2C8E82-19AE-4E30-BDB8-A106EB5A3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4B90F-CF0D-4BCE-AD17-4BEAF02C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5BF3-8E91-4FD0-9ED5-AC1CA6C72A91}" type="datetimeFigureOut">
              <a:rPr lang="en-GB" smtClean="0"/>
              <a:t>20/05/2020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E0607-17C5-4C81-97FF-94113450F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F835D-3457-4B93-908F-A054C05D9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41485-2C7D-40CF-BC16-FDBCE27709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69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73BA9-069C-4F47-A950-D6C7A011E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7AEC0-2CAE-45A0-94A8-CB5AF1041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1F299-A3D0-494A-BE22-C18D8B88C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5BF3-8E91-4FD0-9ED5-AC1CA6C72A91}" type="datetimeFigureOut">
              <a:rPr lang="en-GB" smtClean="0"/>
              <a:t>20/05/2020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AA1AD-2042-41D7-8321-DFA13FF72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0C4A3-549A-4AB7-B09A-06A5BBF8F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41485-2C7D-40CF-BC16-FDBCE27709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231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D9714-1218-4CB8-BF69-1F53D9121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4C581-A49F-4B13-A287-673F49C6B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F0687-00D4-46ED-8276-AC071EF02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5BF3-8E91-4FD0-9ED5-AC1CA6C72A91}" type="datetimeFigureOut">
              <a:rPr lang="en-GB" smtClean="0"/>
              <a:t>20/05/2020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B747C-7AFA-4A54-80C9-CD704C8D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B4A29-3275-4B8E-B400-B05EE2146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41485-2C7D-40CF-BC16-FDBCE27709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2308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0850-0582-4F89-895B-316D1F0A8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AD21A-AA31-4C8F-9B00-E2DA48E71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6AAAFE-74F5-456D-A2A7-A8C35D336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6D80F-C82D-4050-B3DA-20E0B4452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5BF3-8E91-4FD0-9ED5-AC1CA6C72A91}" type="datetimeFigureOut">
              <a:rPr lang="en-GB" smtClean="0"/>
              <a:t>20/05/2020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20C46-B0E3-4A2C-AE26-6BE10CCAE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B1290-661F-4FB6-B670-3F2A0861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41485-2C7D-40CF-BC16-FDBCE27709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4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BCB3F-00DD-4F41-9794-5635D61A4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2EA4D-2BA4-4174-BEA2-9C75FE5A5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CB21A-4283-4862-B5CF-8F6F68FF5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0D3BE-718D-4254-8204-983C7F7E77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1041E-3EF2-420E-8506-0F68BE02D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FEC111-10DE-45F4-A7FB-13ECBD23E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5BF3-8E91-4FD0-9ED5-AC1CA6C72A91}" type="datetimeFigureOut">
              <a:rPr lang="en-GB" smtClean="0"/>
              <a:t>20/05/2020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4E23EE-85C7-4626-8EF4-91D25CDD7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1C6C25-8EB5-4B23-8F09-C6F62D188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41485-2C7D-40CF-BC16-FDBCE27709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292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06B4B-ABE2-43EC-89A7-2037AC44C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2662A8-B4D3-4B60-B3AC-E37A82478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5BF3-8E91-4FD0-9ED5-AC1CA6C72A91}" type="datetimeFigureOut">
              <a:rPr lang="en-GB" smtClean="0"/>
              <a:t>20/05/2020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D7AF16-3F50-42D2-9A00-69F794AEF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58D2F5-494A-4EA3-BCDF-E5E57F04F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41485-2C7D-40CF-BC16-FDBCE27709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9558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8E7915-7CF3-4BB3-B185-5A7C43C58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5BF3-8E91-4FD0-9ED5-AC1CA6C72A91}" type="datetimeFigureOut">
              <a:rPr lang="en-GB" smtClean="0"/>
              <a:t>20/05/2020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15BAAA-9AAE-4A2F-8CA7-7701B3DBE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4F3A8-2853-40C8-B1BC-5846DBE93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41485-2C7D-40CF-BC16-FDBCE27709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274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A6C10-A6BD-4501-A7E5-A6147005F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0FDF5-AC59-4F1F-A1BA-FE2933208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FCA8D-278A-4DF9-9760-5DEA6331F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18ED9-B36A-457C-B367-F8611502B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5BF3-8E91-4FD0-9ED5-AC1CA6C72A91}" type="datetimeFigureOut">
              <a:rPr lang="en-GB" smtClean="0"/>
              <a:t>20/05/2020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B837C-BA11-4E49-B969-CFEA91B2E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164FE-B0A9-4D9B-8E2A-368B5A730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41485-2C7D-40CF-BC16-FDBCE27709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0498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CF3A8-DE40-483C-81F0-488B0809A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4AA57C-D3B5-4F30-A0E8-2714FB77A5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F1426-197D-4DAD-B11B-98A328CC2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6AECA-D6DC-4A76-9ECE-74D3B47F6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5BF3-8E91-4FD0-9ED5-AC1CA6C72A91}" type="datetimeFigureOut">
              <a:rPr lang="en-GB" smtClean="0"/>
              <a:t>20/05/2020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1E933-A400-4DB8-A44D-E8A14670A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EE2008-3499-4A4C-B347-EDED511C3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41485-2C7D-40CF-BC16-FDBCE27709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174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C4796-396F-464B-9162-0E583BA39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436E1B-338B-4B75-88CA-67B45423D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911B5-2BBE-4B24-B884-ADBD0C6F1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5BF3-8E91-4FD0-9ED5-AC1CA6C72A91}" type="datetimeFigureOut">
              <a:rPr lang="en-GB" smtClean="0"/>
              <a:t>20/05/2020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63FD9-1B15-47CF-84DB-AEFF436BE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7C8DC-FB94-4090-AC99-1DE123971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41485-2C7D-40CF-BC16-FDBCE27709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50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E4D288-041C-4898-A8B8-F0AF4EF257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077BF-C2E9-43B6-ACF8-866947E8C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7966F-8FCA-4757-9CB2-8DEB935C2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5BF3-8E91-4FD0-9ED5-AC1CA6C72A91}" type="datetimeFigureOut">
              <a:rPr lang="en-GB" smtClean="0"/>
              <a:t>20/05/2020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17BB7-BBB4-4F34-924C-00F1BA2CD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58907-D122-4E0E-9874-AC72E171A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41485-2C7D-40CF-BC16-FDBCE27709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120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9C8FA3-FE9F-4619-B79B-159115FD7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5C847-ECE0-4C83-99E2-2DDE94EC9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0A19C-9E6C-47C0-8486-7B2AC217C3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05BF3-8E91-4FD0-9ED5-AC1CA6C72A91}" type="datetimeFigureOut">
              <a:rPr lang="en-GB" smtClean="0"/>
              <a:t>20/05/2020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856A4-8DD4-40E0-A1B5-787F98BB6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924C9-4DDF-491E-AE06-7EB854029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F41485-2C7D-40CF-BC16-FDBCE27709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93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332C43-72E3-4F09-B106-32BAB06DEEE8}"/>
              </a:ext>
            </a:extLst>
          </p:cNvPr>
          <p:cNvSpPr txBox="1"/>
          <p:nvPr/>
        </p:nvSpPr>
        <p:spPr>
          <a:xfrm>
            <a:off x="1017037" y="606490"/>
            <a:ext cx="978781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Screen sharing in Zoom</a:t>
            </a:r>
          </a:p>
          <a:p>
            <a:endParaRPr lang="en-US" dirty="0"/>
          </a:p>
          <a:p>
            <a:r>
              <a:rPr lang="en-US" dirty="0"/>
              <a:t>On your computer, open the file you want to share</a:t>
            </a:r>
          </a:p>
          <a:p>
            <a:endParaRPr lang="en-US" dirty="0"/>
          </a:p>
          <a:p>
            <a:r>
              <a:rPr lang="en-US" dirty="0"/>
              <a:t>On the Zoom screen, click on Share screen</a:t>
            </a:r>
          </a:p>
          <a:p>
            <a:endParaRPr lang="en-US" dirty="0"/>
          </a:p>
          <a:p>
            <a:r>
              <a:rPr lang="en-US" dirty="0"/>
              <a:t>A window will open with all your </a:t>
            </a:r>
            <a:r>
              <a:rPr lang="en-US"/>
              <a:t>open applications on </a:t>
            </a:r>
            <a:r>
              <a:rPr lang="en-US" dirty="0"/>
              <a:t>it</a:t>
            </a:r>
          </a:p>
          <a:p>
            <a:endParaRPr lang="en-US" dirty="0"/>
          </a:p>
          <a:p>
            <a:r>
              <a:rPr lang="en-US" dirty="0"/>
              <a:t>Click on the file you want to share, and click on ‘Share’</a:t>
            </a:r>
          </a:p>
          <a:p>
            <a:endParaRPr lang="en-US" dirty="0"/>
          </a:p>
          <a:p>
            <a:r>
              <a:rPr lang="en-US" dirty="0"/>
              <a:t>To stop sharing, click on ‘Stop share’ at the top of your screen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8016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66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 Boak</dc:creator>
  <cp:lastModifiedBy>George Boak</cp:lastModifiedBy>
  <cp:revision>2</cp:revision>
  <dcterms:created xsi:type="dcterms:W3CDTF">2020-05-20T07:08:11Z</dcterms:created>
  <dcterms:modified xsi:type="dcterms:W3CDTF">2020-05-20T07:21:34Z</dcterms:modified>
</cp:coreProperties>
</file>