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8"/>
  </p:notesMasterIdLst>
  <p:handoutMasterIdLst>
    <p:handoutMasterId r:id="rId9"/>
  </p:handoutMasterIdLst>
  <p:sldIdLst>
    <p:sldId id="256" r:id="rId3"/>
    <p:sldId id="398" r:id="rId4"/>
    <p:sldId id="382" r:id="rId5"/>
    <p:sldId id="381" r:id="rId6"/>
    <p:sldId id="394" r:id="rId7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09/04/2021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23954D-DE47-4C19-8BCC-5CFBB91D97F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631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Dissertation:</a:t>
            </a:r>
            <a:br>
              <a:rPr lang="en-US" altLang="en-US" b="1">
                <a:solidFill>
                  <a:srgbClr val="FF0000"/>
                </a:solidFill>
              </a:rPr>
            </a:br>
            <a:r>
              <a:rPr lang="en-US" altLang="en-US" b="1">
                <a:solidFill>
                  <a:srgbClr val="FF0000"/>
                </a:solidFill>
              </a:rPr>
              <a:t>Choosing your topic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73"/>
    </mc:Choice>
    <mc:Fallback xmlns="">
      <p:transition spd="slow" advTm="5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GB" altLang="en-US" sz="2800" b="1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Choosing your topic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GB" altLang="en-US" sz="2400" dirty="0">
                <a:cs typeface="Arial" panose="020B0604020202020204" pitchFamily="34" charset="0"/>
              </a:rPr>
              <a:t>Interest</a:t>
            </a:r>
            <a:r>
              <a:rPr lang="en-GB" altLang="en-US" sz="2400" b="1" dirty="0">
                <a:solidFill>
                  <a:schemeClr val="hlink"/>
                </a:solidFill>
                <a:cs typeface="Arial" panose="020B0604020202020204" pitchFamily="34" charset="0"/>
              </a:rPr>
              <a:t> </a:t>
            </a:r>
            <a:r>
              <a:rPr lang="en-GB" altLang="en-US" sz="2400" dirty="0">
                <a:cs typeface="Arial" panose="020B0604020202020204" pitchFamily="34" charset="0"/>
              </a:rPr>
              <a:t>	</a:t>
            </a:r>
          </a:p>
          <a:p>
            <a:pPr marL="609600" indent="-609600" eaLnBrk="1" hangingPunct="1">
              <a:buFontTx/>
              <a:buNone/>
            </a:pPr>
            <a:endParaRPr lang="en-GB" altLang="en-US" sz="2400" dirty="0">
              <a:cs typeface="Arial" panose="020B0604020202020204" pitchFamily="34" charset="0"/>
            </a:endParaRPr>
          </a:p>
          <a:p>
            <a:pPr marL="609600" indent="-609600" eaLnBrk="1" hangingPunct="1">
              <a:buFontTx/>
              <a:buNone/>
            </a:pPr>
            <a:r>
              <a:rPr lang="en-GB" altLang="en-US" sz="2400" dirty="0">
                <a:cs typeface="Arial" panose="020B0604020202020204" pitchFamily="34" charset="0"/>
              </a:rPr>
              <a:t>Meets course requirements</a:t>
            </a:r>
          </a:p>
          <a:p>
            <a:pPr marL="609600" indent="-609600" eaLnBrk="1" hangingPunct="1">
              <a:buFontTx/>
              <a:buNone/>
            </a:pPr>
            <a:endParaRPr lang="en-GB" altLang="en-US" sz="2400" dirty="0">
              <a:cs typeface="Arial" panose="020B0604020202020204" pitchFamily="34" charset="0"/>
            </a:endParaRPr>
          </a:p>
          <a:p>
            <a:pPr marL="609600" indent="-609600" eaLnBrk="1" hangingPunct="1">
              <a:buFontTx/>
              <a:buNone/>
            </a:pPr>
            <a:r>
              <a:rPr lang="en-GB" altLang="en-US" sz="2400" dirty="0">
                <a:cs typeface="Arial" panose="020B0604020202020204" pitchFamily="34" charset="0"/>
              </a:rPr>
              <a:t>Practical in the time available</a:t>
            </a:r>
          </a:p>
          <a:p>
            <a:pPr marL="609600" indent="-609600" eaLnBrk="1" hangingPunct="1">
              <a:buFontTx/>
              <a:buNone/>
            </a:pPr>
            <a:r>
              <a:rPr lang="en-GB" altLang="en-US" sz="2400" dirty="0">
                <a:cs typeface="Arial" panose="020B0604020202020204" pitchFamily="34" charset="0"/>
              </a:rPr>
              <a:t> - </a:t>
            </a:r>
            <a:r>
              <a:rPr lang="en-GB" altLang="en-US" sz="2400" dirty="0" err="1">
                <a:cs typeface="Arial" panose="020B0604020202020204" pitchFamily="34" charset="0"/>
              </a:rPr>
              <a:t>eg</a:t>
            </a:r>
            <a:r>
              <a:rPr lang="en-GB" altLang="en-US" sz="2400" dirty="0">
                <a:cs typeface="Arial" panose="020B0604020202020204" pitchFamily="34" charset="0"/>
              </a:rPr>
              <a:t> access, resources</a:t>
            </a:r>
            <a:r>
              <a:rPr lang="en-GB" altLang="en-US" sz="2400">
                <a:cs typeface="Arial" panose="020B0604020202020204" pitchFamily="34" charset="0"/>
              </a:rPr>
              <a:t>, expertise</a:t>
            </a:r>
            <a:endParaRPr lang="en-GB" altLang="en-US" sz="2400" dirty="0">
              <a:cs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204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033"/>
    </mc:Choice>
    <mc:Fallback xmlns="">
      <p:transition spd="slow" advTm="930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415266"/>
              </p:ext>
            </p:extLst>
          </p:nvPr>
        </p:nvGraphicFramePr>
        <p:xfrm>
          <a:off x="685800" y="762000"/>
          <a:ext cx="7772399" cy="4763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6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04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Degree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Relevant topics for a dissertation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4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MA or MBA Leading Innovation and Change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innovation, change, strategy,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Leadership and Management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management, coaching,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strategy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4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Entrepreneurship and Innovation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entrepreneur-ship, strategy, culture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4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Coaching, Mentoring, Leadership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Coaching/mentoring, leadership, innovation, change,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4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Innovation, Leadership and Consulting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leadership, consulting, strategy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Management Consulting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Consulting, innovation</a:t>
                      </a: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, change, strategy</a:t>
                      </a: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0FBE760C-5EC6-4018-B4E4-EC874AF176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82"/>
    </mc:Choice>
    <mc:Fallback xmlns="">
      <p:transition spd="slow" advTm="342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09600"/>
            <a:ext cx="7315200" cy="526297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>
                <a:solidFill>
                  <a:srgbClr val="FF0000"/>
                </a:solidFill>
                <a:latin typeface="+mn-lt"/>
              </a:rPr>
              <a:t>Deciding on a topic</a:t>
            </a:r>
          </a:p>
          <a:p>
            <a:pPr>
              <a:defRPr/>
            </a:pPr>
            <a:endParaRPr lang="en-GB" sz="2400" b="1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GB" sz="2400">
                <a:latin typeface="+mn-lt"/>
              </a:rPr>
              <a:t>The research project is about finding out about something - it is not a change project</a:t>
            </a: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>
                <a:latin typeface="+mn-lt"/>
              </a:rPr>
              <a:t>Exploring the literature in your topic area will help you to decide on a specific focus for the research</a:t>
            </a: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>
                <a:latin typeface="+mn-lt"/>
              </a:rPr>
              <a:t>The literature may also help you to decide on a research methodology, too</a:t>
            </a: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>
                <a:latin typeface="+mn-lt"/>
              </a:rPr>
              <a:t>Don't try to prove a point with the research project - explore an area fairly to find out about it</a:t>
            </a:r>
          </a:p>
          <a:p>
            <a:pPr>
              <a:defRPr/>
            </a:pPr>
            <a:endParaRPr lang="en-GB" sz="2400">
              <a:latin typeface="+mn-lt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958"/>
    </mc:Choice>
    <mc:Fallback xmlns="">
      <p:transition spd="slow" advTm="529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533400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n-lt"/>
              </a:rPr>
              <a:t>If access were no obstacle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And you could take four months off to do the research…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What would you like to research for your dissertation?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Who would you like to get information from?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5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83"/>
    </mc:Choice>
    <mc:Fallback xmlns="">
      <p:transition spd="slow" advTm="314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14.2|28.2|8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3005</TotalTime>
  <Words>229</Words>
  <Application>Microsoft Office PowerPoint</Application>
  <PresentationFormat>On-screen Show (4:3)</PresentationFormat>
  <Paragraphs>41</Paragraphs>
  <Slides>5</Slides>
  <Notes>1</Notes>
  <HiddenSlides>0</HiddenSlides>
  <MMClips>5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Office Theme</vt:lpstr>
      <vt:lpstr>1_Office Theme</vt:lpstr>
      <vt:lpstr>The Dissertation: Choosing your topic</vt:lpstr>
      <vt:lpstr>Choosing your topic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 Boak</cp:lastModifiedBy>
  <cp:revision>139</cp:revision>
  <cp:lastPrinted>2015-04-12T10:54:10Z</cp:lastPrinted>
  <dcterms:created xsi:type="dcterms:W3CDTF">2005-09-18T18:21:05Z</dcterms:created>
  <dcterms:modified xsi:type="dcterms:W3CDTF">2021-04-09T12:20:58Z</dcterms:modified>
</cp:coreProperties>
</file>