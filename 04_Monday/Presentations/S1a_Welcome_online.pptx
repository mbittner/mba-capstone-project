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89" r:id="rId3"/>
    <p:sldId id="352" r:id="rId4"/>
    <p:sldId id="359" r:id="rId5"/>
    <p:sldId id="291" r:id="rId6"/>
    <p:sldId id="347" r:id="rId7"/>
    <p:sldId id="348" r:id="rId8"/>
    <p:sldId id="349" r:id="rId9"/>
    <p:sldId id="350" r:id="rId10"/>
    <p:sldId id="351" r:id="rId11"/>
    <p:sldId id="315" r:id="rId12"/>
    <p:sldId id="292" r:id="rId13"/>
    <p:sldId id="353" r:id="rId1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2307C98-2C02-4A20-B261-0C67BCCB5028}" type="datetimeFigureOut">
              <a:rPr lang="en-GB"/>
              <a:pPr>
                <a:defRPr/>
              </a:pPr>
              <a:t>08/02/2021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BB2D8D7-2E1B-4E64-BA0D-0A08E80617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9639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8B243DA-0CCB-428B-B2FD-B8C07B903141}" type="datetimeFigureOut">
              <a:rPr lang="en-GB"/>
              <a:pPr>
                <a:defRPr/>
              </a:pPr>
              <a:t>08/02/2021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513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15753"/>
            <a:ext cx="5608975" cy="418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48DC9F-F91A-4D70-8A8E-CCE91B3092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245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7FE004D-22BA-4E6C-A385-51BC60F8D483}" type="slidenum">
              <a:rPr lang="en-GB" altLang="en-US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0080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23954D-DE47-4C19-8BCC-5CFBB91D97F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18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1A1B2-0F28-4A32-8526-D9A13B520C71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4D54B-1D97-44FB-8108-55BD9455F0B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5921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3E5A6-8293-457D-91BC-F0D06CD24430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B99DB-FFDE-4C94-84F9-BB176E666D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022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128C3-0A5A-4656-ADE3-D28F6D3FEAAF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E3C68-2F86-4C5E-A533-3027C34166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094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FD7E9-6CC8-4931-B307-49D10071D2B0}" type="datetime1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8033-8FCC-4A55-9956-E757C5D037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56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53A00-EA4C-4688-B16F-4C8718436A18}" type="datetime1">
              <a:rPr lang="en-GB" smtClean="0"/>
              <a:t>08/02/2021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206D-380F-484F-B62F-E6690B8772E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085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D900E-3260-4E15-8927-4C55EE77FA11}" type="datetime1">
              <a:rPr lang="en-GB" smtClean="0"/>
              <a:t>08/02/2021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798AF-0A30-43B2-AB2F-D935866C92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58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08F72-3D4D-45A4-8635-4EACC2E18DE3}" type="datetime1">
              <a:rPr lang="en-GB" smtClean="0"/>
              <a:t>08/02/2021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4EBBD-F835-4812-8F89-F2A1BCF4F8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15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1FA56-92EE-4FC4-B846-B69A8009542D}" type="datetime1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B150-5CCF-4680-B4E1-B5EC8E2ABE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352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9143A-07D8-4DDC-93F8-83DA82CAF7E2}" type="datetime1">
              <a:rPr lang="en-GB" smtClean="0"/>
              <a:t>08/02/2021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08569-DAFC-4398-8338-52E92F2143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46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A0BFB-4413-4A32-9CE8-045A230438A3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8252-3193-4A12-9CD9-4B2ACD2D11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789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5B151-66D1-4F7C-BABC-EB1D97E79220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513B1-8050-4E58-ACFA-45CC3B066BB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6387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901605-C9FA-4A46-BF0A-467A1BCEC01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60CA467-9A6E-4579-A4B2-C9A0F1C04051}" type="datetime1">
              <a:rPr lang="en-GB" smtClean="0"/>
              <a:t>08/02/2021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24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D9230776-1B16-4920-BBE0-71B921B9E809}" type="datetime1">
              <a:rPr lang="en-GB" smtClean="0"/>
              <a:t>08/02/2021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DD627-352E-4543-B0BB-5E2833E9BE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598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8685A77-D02A-45F0-9850-F5E58E3498D1}" type="datetime1">
              <a:rPr lang="en-GB" smtClean="0"/>
              <a:t>08/02/2021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CB21B7-ED30-4DBB-9C83-E42FB13D76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378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A3672203-792F-4C8E-99E5-3B67872D2663}" type="datetime1">
              <a:rPr lang="en-GB" smtClean="0"/>
              <a:t>08/02/2021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DCCDB-1D6C-461A-9AD4-62B1143A5A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51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124A09D5-040A-40FA-B01E-C441424EDDDE}" type="datetime1">
              <a:rPr lang="en-GB" smtClean="0"/>
              <a:t>08/02/2021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C904-D5E9-4BBA-A8D3-8488C3EAD8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577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15EB9D1-B1B1-45FF-9D0A-408D22ACC27F}" type="datetime1">
              <a:rPr lang="en-GB" smtClean="0"/>
              <a:t>08/02/2021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10E79-F75D-40D1-880F-A5FC75FFC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2051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1AE5CD0B-5292-4164-A82E-D0BA35E15D46}" type="datetime1">
              <a:rPr lang="en-GB" smtClean="0"/>
              <a:t>08/02/2021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248DF-011B-4E14-923B-5B557C61F5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950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EF459A81-ECAB-4193-A899-55CC950F8DAB}" type="datetime1">
              <a:rPr lang="en-GB" smtClean="0"/>
              <a:t>08/02/2021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970F0F-2CE9-484F-AF5F-197B985CCB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501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9E5D0DDA-1340-465E-84E4-E9E5EAB5E82D}" type="datetime1">
              <a:rPr lang="en-GB" smtClean="0"/>
              <a:t>08/02/2021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110F6-6428-46C6-8981-9926757F5D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747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2A15FB6-2AAB-4DA1-814C-AFC87B653A7F}" type="datetime1">
              <a:rPr lang="en-GB" smtClean="0"/>
              <a:t>08/02/2021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6D327-1783-4208-B833-E6C6EE668F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470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4A3BD2F0-CF86-44E9-AA26-752EF7DD8917}" type="datetime1">
              <a:rPr lang="en-GB" smtClean="0"/>
              <a:t>08/02/2021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04F6A-2DFB-4AB7-B3BC-34E7EF21A4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80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4E04A0-2D20-4E20-971A-E10A9C2ADB5A}" type="datetime1">
              <a:rPr lang="en-GB" smtClean="0"/>
              <a:t>08/02/2021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2857875-C26B-4CED-AB72-1B392FFD87B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  <p:sldLayoutId id="214748517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E278E5D-367B-424C-BA35-F7EF9B447934}" type="datetime1">
              <a:rPr lang="en-GB" smtClean="0"/>
              <a:t>08/02/2021</a:t>
            </a:fld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B6DDE9D6-AC46-4BD4-A2B1-B72D4A31B0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79" r:id="rId1"/>
    <p:sldLayoutId id="2147485180" r:id="rId2"/>
    <p:sldLayoutId id="2147485181" r:id="rId3"/>
    <p:sldLayoutId id="2147485182" r:id="rId4"/>
    <p:sldLayoutId id="2147485183" r:id="rId5"/>
    <p:sldLayoutId id="2147485184" r:id="rId6"/>
    <p:sldLayoutId id="2147485185" r:id="rId7"/>
    <p:sldLayoutId id="2147485186" r:id="rId8"/>
    <p:sldLayoutId id="2147485187" r:id="rId9"/>
    <p:sldLayoutId id="2147485188" r:id="rId10"/>
    <p:sldLayoutId id="214748518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1331913" y="1125538"/>
            <a:ext cx="684053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6000">
                <a:latin typeface="Calibri" panose="020F0502020204030204" pitchFamily="34" charset="0"/>
              </a:rPr>
              <a:t>MBA Residency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6000" dirty="0">
              <a:latin typeface="Calibri" panose="020F0502020204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6000" dirty="0">
                <a:latin typeface="Calibri" panose="020F0502020204030204" pitchFamily="34" charset="0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2" descr="IMG_072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618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stle with water in the background&#10;&#10;Description automatically generated">
            <a:extLst>
              <a:ext uri="{FF2B5EF4-FFF2-40B4-BE49-F238E27FC236}">
                <a16:creationId xmlns:a16="http://schemas.microsoft.com/office/drawing/2014/main" id="{453FF0F1-9817-406C-98A0-2E7C0637FB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5650" y="836613"/>
            <a:ext cx="7488238" cy="33239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  <a:cs typeface="Arial" charset="0"/>
              </a:rPr>
              <a:t>Aim of the week</a:t>
            </a:r>
          </a:p>
          <a:p>
            <a:pPr eaLnBrk="1" hangingPunct="1">
              <a:defRPr/>
            </a:pPr>
            <a:endParaRPr lang="en-GB" sz="2400">
              <a:latin typeface="+mn-lt"/>
              <a:cs typeface="Arial" charset="0"/>
            </a:endParaRPr>
          </a:p>
          <a:p>
            <a:pPr eaLnBrk="1" hangingPunct="1">
              <a:defRPr/>
            </a:pPr>
            <a:r>
              <a:rPr lang="en-GB" sz="2400">
                <a:latin typeface="+mn-lt"/>
                <a:cs typeface="Arial" charset="0"/>
              </a:rPr>
              <a:t>The main aim </a:t>
            </a:r>
            <a:r>
              <a:rPr lang="en-GB" sz="2400" dirty="0">
                <a:latin typeface="+mn-lt"/>
                <a:cs typeface="Arial" charset="0"/>
              </a:rPr>
              <a:t>of the </a:t>
            </a:r>
            <a:r>
              <a:rPr lang="en-GB" sz="2400">
                <a:latin typeface="+mn-lt"/>
                <a:cs typeface="Arial" charset="0"/>
              </a:rPr>
              <a:t>week is:</a:t>
            </a:r>
            <a:endParaRPr lang="en-GB" sz="2400" dirty="0">
              <a:latin typeface="+mn-lt"/>
              <a:cs typeface="Arial" charset="0"/>
            </a:endParaRPr>
          </a:p>
          <a:p>
            <a:pPr eaLnBrk="1" hangingPunct="1">
              <a:defRPr/>
            </a:pPr>
            <a:endParaRPr lang="en-GB" sz="2400" dirty="0">
              <a:latin typeface="+mn-lt"/>
              <a:cs typeface="Arial" charset="0"/>
            </a:endParaRPr>
          </a:p>
          <a:p>
            <a:pPr eaLnBrk="1" hangingPunct="1">
              <a:defRPr/>
            </a:pPr>
            <a:r>
              <a:rPr lang="en-GB" sz="2400">
                <a:latin typeface="+mn-lt"/>
                <a:cs typeface="Arial" charset="0"/>
              </a:rPr>
              <a:t>For you to understand what is required in the dissertation, and to acquire (or reinforce) a foundation for the research skills you will need for this part of the programme. 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GB" sz="240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GB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48680"/>
            <a:ext cx="741682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Agenda for today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Processes for the residency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Ground rules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Using the technology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Introductions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Agenda for the week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What is the dissertation? Any questions?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Using the library resources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Research question and research objectives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Small group discussions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41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48680"/>
            <a:ext cx="74168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Processes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Some short inputs from us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Questions from you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Small group exercises and discussion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Exercises for you to tackle between session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Feedback and discussion on those exercises</a:t>
            </a:r>
          </a:p>
        </p:txBody>
      </p:sp>
    </p:spTree>
    <p:extLst>
      <p:ext uri="{BB962C8B-B14F-4D97-AF65-F5344CB8AC3E}">
        <p14:creationId xmlns:p14="http://schemas.microsoft.com/office/powerpoint/2010/main" val="131198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692696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Ground rules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Respect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Active learning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Confidentiality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Recording</a:t>
            </a:r>
          </a:p>
        </p:txBody>
      </p:sp>
    </p:spTree>
    <p:extLst>
      <p:ext uri="{BB962C8B-B14F-4D97-AF65-F5344CB8AC3E}">
        <p14:creationId xmlns:p14="http://schemas.microsoft.com/office/powerpoint/2010/main" val="51804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476672"/>
            <a:ext cx="8064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+mn-lt"/>
              </a:rPr>
              <a:t>Technology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Ask questions by raising hand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Or in Chat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Mute microphones when not speaking</a:t>
            </a:r>
          </a:p>
          <a:p>
            <a:endParaRPr lang="en-GB" sz="2400" dirty="0">
              <a:latin typeface="+mn-lt"/>
            </a:endParaRPr>
          </a:p>
          <a:p>
            <a:r>
              <a:rPr lang="en-GB" sz="2400" dirty="0">
                <a:latin typeface="+mn-lt"/>
              </a:rPr>
              <a:t>What to do if the system crashes</a:t>
            </a:r>
          </a:p>
        </p:txBody>
      </p:sp>
    </p:spTree>
    <p:extLst>
      <p:ext uri="{BB962C8B-B14F-4D97-AF65-F5344CB8AC3E}">
        <p14:creationId xmlns:p14="http://schemas.microsoft.com/office/powerpoint/2010/main" val="342237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620688"/>
            <a:ext cx="756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Introductions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10 second introductions – 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Who are you? 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What sector do you work in? 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Where are you right now?</a:t>
            </a:r>
          </a:p>
          <a:p>
            <a:endParaRPr lang="en-GB" sz="2400">
              <a:latin typeface="+mn-lt"/>
            </a:endParaRP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The Introduction Sheets…</a:t>
            </a:r>
          </a:p>
        </p:txBody>
      </p:sp>
    </p:spTree>
    <p:extLst>
      <p:ext uri="{BB962C8B-B14F-4D97-AF65-F5344CB8AC3E}">
        <p14:creationId xmlns:p14="http://schemas.microsoft.com/office/powerpoint/2010/main" val="271392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2"/>
          <p:cNvSpPr txBox="1">
            <a:spLocks noChangeArrowheads="1"/>
          </p:cNvSpPr>
          <p:nvPr/>
        </p:nvSpPr>
        <p:spPr bwMode="auto">
          <a:xfrm>
            <a:off x="539750" y="332656"/>
            <a:ext cx="7704138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Agenda for the week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Today – literature search and research question &amp; objectives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Tuesday - review literature search exercise and research question &amp; objectives exercise; qualitative and quantitative approaches to research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GB" altLang="en-US" sz="2400" dirty="0">
                <a:latin typeface="+mn-lt"/>
              </a:rPr>
              <a:t>Wednesday - review qualitative and quantitative research exercises; introducing the research strategy exercise</a:t>
            </a:r>
          </a:p>
          <a:p>
            <a:pPr eaLnBrk="1" hangingPunct="1">
              <a:spcBef>
                <a:spcPct val="0"/>
              </a:spcBef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Thursday – review research strategy exercise; writing a great dissertation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Friday - discussion of your ideas for your research</a:t>
            </a:r>
            <a:endParaRPr lang="en-GB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2"/>
          <p:cNvSpPr txBox="1">
            <a:spLocks noChangeArrowheads="1"/>
          </p:cNvSpPr>
          <p:nvPr/>
        </p:nvSpPr>
        <p:spPr bwMode="auto">
          <a:xfrm>
            <a:off x="611188" y="620713"/>
            <a:ext cx="691356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rgbClr val="FF0000"/>
                </a:solidFill>
                <a:latin typeface="+mn-lt"/>
              </a:rPr>
              <a:t>What is the dissertation?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+mn-lt"/>
              </a:rPr>
              <a:t>Prep work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+mn-lt"/>
              </a:rPr>
              <a:t>11 PPTs with audio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+mn-lt"/>
              </a:rPr>
              <a:t>A paper on The Dissertation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pPr algn="l" eaLnBrk="1" hangingPunct="1">
              <a:defRPr/>
            </a:pPr>
            <a:r>
              <a:rPr lang="en-GB" altLang="en-US" sz="28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The Prep PPTs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08720"/>
            <a:ext cx="7696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Introducing the dissertation: the basics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Assessment criteria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Choosing your topic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Focusing your research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Scope and scale of the research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Designing your research project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What the dissertation looks like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Working with your supervisor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Enrolling on the dissertation module</a:t>
            </a:r>
          </a:p>
          <a:p>
            <a:pPr marL="342900" indent="-342900">
              <a:buFont typeface="+mj-lt"/>
              <a:buAutoNum type="arabicPeriod"/>
            </a:pPr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What you need to do to succeed</a:t>
            </a:r>
          </a:p>
          <a:p>
            <a:pPr marL="342900" indent="-342900">
              <a:buFont typeface="+mj-lt"/>
              <a:buAutoNum type="arabicPeriod"/>
            </a:pPr>
            <a:endParaRPr lang="en-GB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>
                <a:solidFill>
                  <a:srgbClr val="0000FF"/>
                </a:solidFill>
                <a:cs typeface="Arial" panose="020B0604020202020204" pitchFamily="34" charset="0"/>
              </a:rPr>
              <a:t>Research ethics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71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30"/>
    </mc:Choice>
    <mc:Fallback xmlns="">
      <p:transition spd="slow" advTm="5153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302</Words>
  <Application>Microsoft Office PowerPoint</Application>
  <PresentationFormat>On-screen Show (4:3)</PresentationFormat>
  <Paragraphs>110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Tahoma</vt:lpstr>
      <vt:lpstr>Wingdings</vt:lpstr>
      <vt:lpstr>Office Theme</vt:lpstr>
      <vt:lpstr>Ocean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Prep PPTs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Nadine Waehning</dc:creator>
  <cp:lastModifiedBy>George Boak</cp:lastModifiedBy>
  <cp:revision>11</cp:revision>
  <cp:lastPrinted>2020-06-17T09:16:30Z</cp:lastPrinted>
  <dcterms:created xsi:type="dcterms:W3CDTF">2020-05-11T05:51:43Z</dcterms:created>
  <dcterms:modified xsi:type="dcterms:W3CDTF">2021-02-08T10:58:08Z</dcterms:modified>
</cp:coreProperties>
</file>